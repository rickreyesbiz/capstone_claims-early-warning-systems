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6" r:id="rId3"/>
    <p:sldId id="269" r:id="rId4"/>
    <p:sldId id="268" r:id="rId5"/>
    <p:sldId id="270" r:id="rId6"/>
    <p:sldId id="258" r:id="rId7"/>
    <p:sldId id="259" r:id="rId8"/>
    <p:sldId id="271" r:id="rId9"/>
    <p:sldId id="261" r:id="rId10"/>
    <p:sldId id="263" r:id="rId11"/>
    <p:sldId id="272" r:id="rId12"/>
    <p:sldId id="264" r:id="rId13"/>
    <p:sldId id="265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155347-1345-4781-8B41-01F8EB78ADC1}" v="99" dt="2026-02-21T01:15: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65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229" y="2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Reyes" userId="56f37065d8af0f37" providerId="LiveId" clId="{9CCF5F94-A532-4CC5-9A9A-85F6CEF4B52C}"/>
    <pc:docChg chg="undo custSel addSld delSld modSld sldOrd">
      <pc:chgData name="Ricardo Reyes" userId="56f37065d8af0f37" providerId="LiveId" clId="{9CCF5F94-A532-4CC5-9A9A-85F6CEF4B52C}" dt="2026-02-21T14:57:46.114" v="1118" actId="6549"/>
      <pc:docMkLst>
        <pc:docMk/>
      </pc:docMkLst>
      <pc:sldChg chg="modSp mod modNotesTx">
        <pc:chgData name="Ricardo Reyes" userId="56f37065d8af0f37" providerId="LiveId" clId="{9CCF5F94-A532-4CC5-9A9A-85F6CEF4B52C}" dt="2026-02-20T21:46:53.657" v="881" actId="20577"/>
        <pc:sldMkLst>
          <pc:docMk/>
          <pc:sldMk cId="0" sldId="256"/>
        </pc:sldMkLst>
        <pc:spChg chg="mod">
          <ac:chgData name="Ricardo Reyes" userId="56f37065d8af0f37" providerId="LiveId" clId="{9CCF5F94-A532-4CC5-9A9A-85F6CEF4B52C}" dt="2026-02-20T17:50:42.540" v="79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Ricardo Reyes" userId="56f37065d8af0f37" providerId="LiveId" clId="{9CCF5F94-A532-4CC5-9A9A-85F6CEF4B52C}" dt="2026-02-20T17:50:52.327" v="84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del mod">
        <pc:chgData name="Ricardo Reyes" userId="56f37065d8af0f37" providerId="LiveId" clId="{9CCF5F94-A532-4CC5-9A9A-85F6CEF4B52C}" dt="2026-02-20T18:00:48.268" v="172" actId="2696"/>
        <pc:sldMkLst>
          <pc:docMk/>
          <pc:sldMk cId="0" sldId="257"/>
        </pc:sldMkLst>
        <pc:graphicFrameChg chg="mod modGraphic">
          <ac:chgData name="Ricardo Reyes" userId="56f37065d8af0f37" providerId="LiveId" clId="{9CCF5F94-A532-4CC5-9A9A-85F6CEF4B52C}" dt="2026-02-20T17:57:35.779" v="133"/>
          <ac:graphicFrameMkLst>
            <pc:docMk/>
            <pc:sldMk cId="0" sldId="257"/>
            <ac:graphicFrameMk id="12" creationId="{DD6E7AF5-D9EC-7EA9-DC1D-5FB3DEFDCD9F}"/>
          </ac:graphicFrameMkLst>
        </pc:graphicFrameChg>
      </pc:sldChg>
      <pc:sldChg chg="addSp delSp modSp mod modNotesTx">
        <pc:chgData name="Ricardo Reyes" userId="56f37065d8af0f37" providerId="LiveId" clId="{9CCF5F94-A532-4CC5-9A9A-85F6CEF4B52C}" dt="2026-02-20T22:24:26.115" v="1025" actId="20577"/>
        <pc:sldMkLst>
          <pc:docMk/>
          <pc:sldMk cId="0" sldId="258"/>
        </pc:sldMkLst>
        <pc:spChg chg="mod">
          <ac:chgData name="Ricardo Reyes" userId="56f37065d8af0f37" providerId="LiveId" clId="{9CCF5F94-A532-4CC5-9A9A-85F6CEF4B52C}" dt="2026-02-20T20:52:42.959" v="611" actId="20577"/>
          <ac:spMkLst>
            <pc:docMk/>
            <pc:sldMk cId="0" sldId="258"/>
            <ac:spMk id="2" creationId="{00000000-0000-0000-0000-000000000000}"/>
          </ac:spMkLst>
        </pc:spChg>
        <pc:spChg chg="del">
          <ac:chgData name="Ricardo Reyes" userId="56f37065d8af0f37" providerId="LiveId" clId="{9CCF5F94-A532-4CC5-9A9A-85F6CEF4B52C}" dt="2026-02-20T19:14:45.862" v="241" actId="26606"/>
          <ac:spMkLst>
            <pc:docMk/>
            <pc:sldMk cId="0" sldId="258"/>
            <ac:spMk id="8" creationId="{F837543A-6020-4505-A233-C9DB4BF74011}"/>
          </ac:spMkLst>
        </pc:spChg>
        <pc:spChg chg="del">
          <ac:chgData name="Ricardo Reyes" userId="56f37065d8af0f37" providerId="LiveId" clId="{9CCF5F94-A532-4CC5-9A9A-85F6CEF4B52C}" dt="2026-02-20T19:14:45.862" v="241" actId="26606"/>
          <ac:spMkLst>
            <pc:docMk/>
            <pc:sldMk cId="0" sldId="258"/>
            <ac:spMk id="10" creationId="{35B16301-FB18-48BA-A6DD-C37CAF6F9A18}"/>
          </ac:spMkLst>
        </pc:spChg>
        <pc:spChg chg="del">
          <ac:chgData name="Ricardo Reyes" userId="56f37065d8af0f37" providerId="LiveId" clId="{9CCF5F94-A532-4CC5-9A9A-85F6CEF4B52C}" dt="2026-02-20T19:14:45.862" v="241" actId="26606"/>
          <ac:spMkLst>
            <pc:docMk/>
            <pc:sldMk cId="0" sldId="258"/>
            <ac:spMk id="12" creationId="{C3C0D90E-074A-4F52-9B11-B52BEF4BCBE5}"/>
          </ac:spMkLst>
        </pc:spChg>
        <pc:spChg chg="del">
          <ac:chgData name="Ricardo Reyes" userId="56f37065d8af0f37" providerId="LiveId" clId="{9CCF5F94-A532-4CC5-9A9A-85F6CEF4B52C}" dt="2026-02-20T19:14:45.862" v="241" actId="26606"/>
          <ac:spMkLst>
            <pc:docMk/>
            <pc:sldMk cId="0" sldId="258"/>
            <ac:spMk id="14" creationId="{CABBD4C1-E6F8-46F6-8152-A8A97490BF4D}"/>
          </ac:spMkLst>
        </pc:spChg>
        <pc:spChg chg="del">
          <ac:chgData name="Ricardo Reyes" userId="56f37065d8af0f37" providerId="LiveId" clId="{9CCF5F94-A532-4CC5-9A9A-85F6CEF4B52C}" dt="2026-02-20T19:14:45.862" v="241" actId="26606"/>
          <ac:spMkLst>
            <pc:docMk/>
            <pc:sldMk cId="0" sldId="258"/>
            <ac:spMk id="16" creationId="{83BA5EF5-1FE9-4BF9-83BB-269BCDDF6156}"/>
          </ac:spMkLst>
        </pc:spChg>
        <pc:spChg chg="del">
          <ac:chgData name="Ricardo Reyes" userId="56f37065d8af0f37" providerId="LiveId" clId="{9CCF5F94-A532-4CC5-9A9A-85F6CEF4B52C}" dt="2026-02-20T19:14:45.862" v="241" actId="26606"/>
          <ac:spMkLst>
            <pc:docMk/>
            <pc:sldMk cId="0" sldId="258"/>
            <ac:spMk id="20" creationId="{88853921-7BC9-4BDE-ACAB-133C683C82D6}"/>
          </ac:spMkLst>
        </pc:spChg>
        <pc:spChg chg="del">
          <ac:chgData name="Ricardo Reyes" userId="56f37065d8af0f37" providerId="LiveId" clId="{9CCF5F94-A532-4CC5-9A9A-85F6CEF4B52C}" dt="2026-02-20T19:14:45.862" v="241" actId="26606"/>
          <ac:spMkLst>
            <pc:docMk/>
            <pc:sldMk cId="0" sldId="258"/>
            <ac:spMk id="22" creationId="{09192968-3AE7-4470-A61C-97294BB92731}"/>
          </ac:spMkLst>
        </pc:spChg>
        <pc:spChg chg="del">
          <ac:chgData name="Ricardo Reyes" userId="56f37065d8af0f37" providerId="LiveId" clId="{9CCF5F94-A532-4CC5-9A9A-85F6CEF4B52C}" dt="2026-02-20T19:14:45.862" v="241" actId="26606"/>
          <ac:spMkLst>
            <pc:docMk/>
            <pc:sldMk cId="0" sldId="258"/>
            <ac:spMk id="24" creationId="{3AB72E55-43E4-4356-BFE8-E2102CB0B505}"/>
          </ac:spMkLst>
        </pc:spChg>
        <pc:spChg chg="add">
          <ac:chgData name="Ricardo Reyes" userId="56f37065d8af0f37" providerId="LiveId" clId="{9CCF5F94-A532-4CC5-9A9A-85F6CEF4B52C}" dt="2026-02-20T19:14:45.862" v="241" actId="26606"/>
          <ac:spMkLst>
            <pc:docMk/>
            <pc:sldMk cId="0" sldId="258"/>
            <ac:spMk id="32" creationId="{257363FD-7E77-4145-9483-331A807ADF0E}"/>
          </ac:spMkLst>
        </pc:spChg>
        <pc:graphicFrameChg chg="modGraphic">
          <ac:chgData name="Ricardo Reyes" userId="56f37065d8af0f37" providerId="LiveId" clId="{9CCF5F94-A532-4CC5-9A9A-85F6CEF4B52C}" dt="2026-02-20T19:23:00.879" v="289" actId="20577"/>
          <ac:graphicFrameMkLst>
            <pc:docMk/>
            <pc:sldMk cId="0" sldId="258"/>
            <ac:graphicFrameMk id="26" creationId="{0CC057EE-FF30-BBB9-619B-AB41093EC790}"/>
          </ac:graphicFrameMkLst>
        </pc:graphicFrameChg>
      </pc:sldChg>
      <pc:sldChg chg="addSp modSp mod modNotesTx">
        <pc:chgData name="Ricardo Reyes" userId="56f37065d8af0f37" providerId="LiveId" clId="{9CCF5F94-A532-4CC5-9A9A-85F6CEF4B52C}" dt="2026-02-21T01:03:22.806" v="1073" actId="1076"/>
        <pc:sldMkLst>
          <pc:docMk/>
          <pc:sldMk cId="0" sldId="259"/>
        </pc:sldMkLst>
        <pc:spChg chg="mod">
          <ac:chgData name="Ricardo Reyes" userId="56f37065d8af0f37" providerId="LiveId" clId="{9CCF5F94-A532-4CC5-9A9A-85F6CEF4B52C}" dt="2026-02-20T20:54:18.726" v="619" actId="14100"/>
          <ac:spMkLst>
            <pc:docMk/>
            <pc:sldMk cId="0" sldId="259"/>
            <ac:spMk id="2" creationId="{00000000-0000-0000-0000-000000000000}"/>
          </ac:spMkLst>
        </pc:spChg>
        <pc:spChg chg="mod">
          <ac:chgData name="Ricardo Reyes" userId="56f37065d8af0f37" providerId="LiveId" clId="{9CCF5F94-A532-4CC5-9A9A-85F6CEF4B52C}" dt="2026-02-21T01:02:29.597" v="1063" actId="14100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Ricardo Reyes" userId="56f37065d8af0f37" providerId="LiveId" clId="{9CCF5F94-A532-4CC5-9A9A-85F6CEF4B52C}" dt="2026-02-21T01:03:22.806" v="1073" actId="1076"/>
          <ac:spMkLst>
            <pc:docMk/>
            <pc:sldMk cId="0" sldId="259"/>
            <ac:spMk id="4" creationId="{395775CF-8E63-4758-CAE1-19E90A3E9BD0}"/>
          </ac:spMkLst>
        </pc:spChg>
      </pc:sldChg>
      <pc:sldChg chg="addSp delSp modSp del mod modNotesTx">
        <pc:chgData name="Ricardo Reyes" userId="56f37065d8af0f37" providerId="LiveId" clId="{9CCF5F94-A532-4CC5-9A9A-85F6CEF4B52C}" dt="2026-02-20T19:46:21.524" v="301" actId="47"/>
        <pc:sldMkLst>
          <pc:docMk/>
          <pc:sldMk cId="0" sldId="260"/>
        </pc:sldMkLst>
        <pc:spChg chg="mod">
          <ac:chgData name="Ricardo Reyes" userId="56f37065d8af0f37" providerId="LiveId" clId="{9CCF5F94-A532-4CC5-9A9A-85F6CEF4B52C}" dt="2026-02-20T19:24:11.480" v="291" actId="26606"/>
          <ac:spMkLst>
            <pc:docMk/>
            <pc:sldMk cId="0" sldId="260"/>
            <ac:spMk id="2" creationId="{00000000-0000-0000-0000-000000000000}"/>
          </ac:spMkLst>
        </pc:spChg>
        <pc:spChg chg="del">
          <ac:chgData name="Ricardo Reyes" userId="56f37065d8af0f37" providerId="LiveId" clId="{9CCF5F94-A532-4CC5-9A9A-85F6CEF4B52C}" dt="2026-02-20T19:24:11.480" v="291" actId="26606"/>
          <ac:spMkLst>
            <pc:docMk/>
            <pc:sldMk cId="0" sldId="260"/>
            <ac:spMk id="8" creationId="{37C89E4B-3C9F-44B9-8B86-D9E3D112D8EC}"/>
          </ac:spMkLst>
        </pc:spChg>
        <pc:spChg chg="add">
          <ac:chgData name="Ricardo Reyes" userId="56f37065d8af0f37" providerId="LiveId" clId="{9CCF5F94-A532-4CC5-9A9A-85F6CEF4B52C}" dt="2026-02-20T19:24:11.480" v="291" actId="26606"/>
          <ac:spMkLst>
            <pc:docMk/>
            <pc:sldMk cId="0" sldId="260"/>
            <ac:spMk id="17" creationId="{F0A604E4-7307-451C-93BE-F1F7E1BF3BF8}"/>
          </ac:spMkLst>
        </pc:spChg>
        <pc:spChg chg="add">
          <ac:chgData name="Ricardo Reyes" userId="56f37065d8af0f37" providerId="LiveId" clId="{9CCF5F94-A532-4CC5-9A9A-85F6CEF4B52C}" dt="2026-02-20T19:24:11.480" v="291" actId="26606"/>
          <ac:spMkLst>
            <pc:docMk/>
            <pc:sldMk cId="0" sldId="260"/>
            <ac:spMk id="19" creationId="{F7F3A0AA-35E5-4085-942B-737839030604}"/>
          </ac:spMkLst>
        </pc:spChg>
        <pc:spChg chg="add">
          <ac:chgData name="Ricardo Reyes" userId="56f37065d8af0f37" providerId="LiveId" clId="{9CCF5F94-A532-4CC5-9A9A-85F6CEF4B52C}" dt="2026-02-20T19:24:11.480" v="291" actId="26606"/>
          <ac:spMkLst>
            <pc:docMk/>
            <pc:sldMk cId="0" sldId="260"/>
            <ac:spMk id="21" creationId="{402F5C38-C747-4173-ABBF-656E39E82130}"/>
          </ac:spMkLst>
        </pc:spChg>
        <pc:spChg chg="add">
          <ac:chgData name="Ricardo Reyes" userId="56f37065d8af0f37" providerId="LiveId" clId="{9CCF5F94-A532-4CC5-9A9A-85F6CEF4B52C}" dt="2026-02-20T19:24:11.480" v="291" actId="26606"/>
          <ac:spMkLst>
            <pc:docMk/>
            <pc:sldMk cId="0" sldId="260"/>
            <ac:spMk id="23" creationId="{E37EECFC-A684-4391-AE85-4CDAF5565F61}"/>
          </ac:spMkLst>
        </pc:spChg>
        <pc:picChg chg="mod ord">
          <ac:chgData name="Ricardo Reyes" userId="56f37065d8af0f37" providerId="LiveId" clId="{9CCF5F94-A532-4CC5-9A9A-85F6CEF4B52C}" dt="2026-02-20T19:24:11.480" v="291" actId="26606"/>
          <ac:picMkLst>
            <pc:docMk/>
            <pc:sldMk cId="0" sldId="260"/>
            <ac:picMk id="3" creationId="{00000000-0000-0000-0000-000000000000}"/>
          </ac:picMkLst>
        </pc:picChg>
        <pc:cxnChg chg="del">
          <ac:chgData name="Ricardo Reyes" userId="56f37065d8af0f37" providerId="LiveId" clId="{9CCF5F94-A532-4CC5-9A9A-85F6CEF4B52C}" dt="2026-02-20T19:24:11.480" v="291" actId="26606"/>
          <ac:cxnSpMkLst>
            <pc:docMk/>
            <pc:sldMk cId="0" sldId="260"/>
            <ac:cxnSpMk id="10" creationId="{AA2EAA10-076F-46BD-8F0F-B9A2FB77A85C}"/>
          </ac:cxnSpMkLst>
        </pc:cxnChg>
        <pc:cxnChg chg="del">
          <ac:chgData name="Ricardo Reyes" userId="56f37065d8af0f37" providerId="LiveId" clId="{9CCF5F94-A532-4CC5-9A9A-85F6CEF4B52C}" dt="2026-02-20T19:24:11.480" v="291" actId="26606"/>
          <ac:cxnSpMkLst>
            <pc:docMk/>
            <pc:sldMk cId="0" sldId="260"/>
            <ac:cxnSpMk id="12" creationId="{D891E407-403B-4764-86C9-33A56D3BCAA3}"/>
          </ac:cxnSpMkLst>
        </pc:cxnChg>
      </pc:sldChg>
      <pc:sldChg chg="addSp delSp modSp mod modNotesTx">
        <pc:chgData name="Ricardo Reyes" userId="56f37065d8af0f37" providerId="LiveId" clId="{9CCF5F94-A532-4CC5-9A9A-85F6CEF4B52C}" dt="2026-02-21T01:10:51.981" v="1094" actId="20577"/>
        <pc:sldMkLst>
          <pc:docMk/>
          <pc:sldMk cId="0" sldId="261"/>
        </pc:sldMkLst>
        <pc:spChg chg="mod">
          <ac:chgData name="Ricardo Reyes" userId="56f37065d8af0f37" providerId="LiveId" clId="{9CCF5F94-A532-4CC5-9A9A-85F6CEF4B52C}" dt="2026-02-20T21:37:00.548" v="755" actId="207"/>
          <ac:spMkLst>
            <pc:docMk/>
            <pc:sldMk cId="0" sldId="261"/>
            <ac:spMk id="2" creationId="{00000000-0000-0000-0000-000000000000}"/>
          </ac:spMkLst>
        </pc:spChg>
        <pc:spChg chg="del">
          <ac:chgData name="Ricardo Reyes" userId="56f37065d8af0f37" providerId="LiveId" clId="{9CCF5F94-A532-4CC5-9A9A-85F6CEF4B52C}" dt="2026-02-20T20:13:22.197" v="558" actId="26606"/>
          <ac:spMkLst>
            <pc:docMk/>
            <pc:sldMk cId="0" sldId="261"/>
            <ac:spMk id="24" creationId="{BACC6370-2D7E-4714-9D71-7542949D7D5D}"/>
          </ac:spMkLst>
        </pc:spChg>
        <pc:spChg chg="del">
          <ac:chgData name="Ricardo Reyes" userId="56f37065d8af0f37" providerId="LiveId" clId="{9CCF5F94-A532-4CC5-9A9A-85F6CEF4B52C}" dt="2026-02-20T20:13:22.197" v="558" actId="26606"/>
          <ac:spMkLst>
            <pc:docMk/>
            <pc:sldMk cId="0" sldId="261"/>
            <ac:spMk id="26" creationId="{F68B3F68-107C-434F-AA38-110D5EA91B85}"/>
          </ac:spMkLst>
        </pc:spChg>
        <pc:spChg chg="del">
          <ac:chgData name="Ricardo Reyes" userId="56f37065d8af0f37" providerId="LiveId" clId="{9CCF5F94-A532-4CC5-9A9A-85F6CEF4B52C}" dt="2026-02-20T20:13:22.197" v="558" actId="26606"/>
          <ac:spMkLst>
            <pc:docMk/>
            <pc:sldMk cId="0" sldId="261"/>
            <ac:spMk id="28" creationId="{AAD0DBB9-1A4B-4391-81D4-CB19F9AB918A}"/>
          </ac:spMkLst>
        </pc:spChg>
        <pc:spChg chg="del">
          <ac:chgData name="Ricardo Reyes" userId="56f37065d8af0f37" providerId="LiveId" clId="{9CCF5F94-A532-4CC5-9A9A-85F6CEF4B52C}" dt="2026-02-20T20:13:22.197" v="558" actId="26606"/>
          <ac:spMkLst>
            <pc:docMk/>
            <pc:sldMk cId="0" sldId="261"/>
            <ac:spMk id="30" creationId="{063BBA22-50EA-4C4D-BE05-F1CE4E63AA56}"/>
          </ac:spMkLst>
        </pc:spChg>
        <pc:spChg chg="add">
          <ac:chgData name="Ricardo Reyes" userId="56f37065d8af0f37" providerId="LiveId" clId="{9CCF5F94-A532-4CC5-9A9A-85F6CEF4B52C}" dt="2026-02-20T20:13:22.197" v="558" actId="26606"/>
          <ac:spMkLst>
            <pc:docMk/>
            <pc:sldMk cId="0" sldId="261"/>
            <ac:spMk id="35" creationId="{1A9F7B4E-B03D-4F64-BE33-00D074458D45}"/>
          </ac:spMkLst>
        </pc:spChg>
        <pc:spChg chg="add">
          <ac:chgData name="Ricardo Reyes" userId="56f37065d8af0f37" providerId="LiveId" clId="{9CCF5F94-A532-4CC5-9A9A-85F6CEF4B52C}" dt="2026-02-20T20:13:22.197" v="558" actId="26606"/>
          <ac:spMkLst>
            <pc:docMk/>
            <pc:sldMk cId="0" sldId="261"/>
            <ac:spMk id="37" creationId="{7E2BE7F7-CA89-4002-ACCE-A478AEA24F5E}"/>
          </ac:spMkLst>
        </pc:spChg>
        <pc:graphicFrameChg chg="mod modGraphic">
          <ac:chgData name="Ricardo Reyes" userId="56f37065d8af0f37" providerId="LiveId" clId="{9CCF5F94-A532-4CC5-9A9A-85F6CEF4B52C}" dt="2026-02-20T20:13:22.197" v="558" actId="26606"/>
          <ac:graphicFrameMkLst>
            <pc:docMk/>
            <pc:sldMk cId="0" sldId="261"/>
            <ac:graphicFrameMk id="5" creationId="{B060276D-2CFB-9ADE-4C0C-615E021D16C8}"/>
          </ac:graphicFrameMkLst>
        </pc:graphicFrameChg>
        <pc:picChg chg="add del mod">
          <ac:chgData name="Ricardo Reyes" userId="56f37065d8af0f37" providerId="LiveId" clId="{9CCF5F94-A532-4CC5-9A9A-85F6CEF4B52C}" dt="2026-02-20T20:11:18.395" v="536" actId="478"/>
          <ac:picMkLst>
            <pc:docMk/>
            <pc:sldMk cId="0" sldId="261"/>
            <ac:picMk id="3" creationId="{FC14838B-4456-99B0-EE6E-AD016D89C417}"/>
          </ac:picMkLst>
        </pc:picChg>
      </pc:sldChg>
      <pc:sldChg chg="addSp delSp modSp del mod">
        <pc:chgData name="Ricardo Reyes" userId="56f37065d8af0f37" providerId="LiveId" clId="{9CCF5F94-A532-4CC5-9A9A-85F6CEF4B52C}" dt="2026-02-20T20:30:51.675" v="570" actId="47"/>
        <pc:sldMkLst>
          <pc:docMk/>
          <pc:sldMk cId="0" sldId="262"/>
        </pc:sldMkLst>
        <pc:spChg chg="mod">
          <ac:chgData name="Ricardo Reyes" userId="56f37065d8af0f37" providerId="LiveId" clId="{9CCF5F94-A532-4CC5-9A9A-85F6CEF4B52C}" dt="2026-02-20T20:29:17.810" v="564" actId="1076"/>
          <ac:spMkLst>
            <pc:docMk/>
            <pc:sldMk cId="0" sldId="262"/>
            <ac:spMk id="2" creationId="{00000000-0000-0000-0000-000000000000}"/>
          </ac:spMkLst>
        </pc:spChg>
        <pc:spChg chg="del">
          <ac:chgData name="Ricardo Reyes" userId="56f37065d8af0f37" providerId="LiveId" clId="{9CCF5F94-A532-4CC5-9A9A-85F6CEF4B52C}" dt="2026-02-20T20:14:25.581" v="559" actId="26606"/>
          <ac:spMkLst>
            <pc:docMk/>
            <pc:sldMk cId="0" sldId="262"/>
            <ac:spMk id="18" creationId="{37C89E4B-3C9F-44B9-8B86-D9E3D112D8EC}"/>
          </ac:spMkLst>
        </pc:spChg>
        <pc:spChg chg="add">
          <ac:chgData name="Ricardo Reyes" userId="56f37065d8af0f37" providerId="LiveId" clId="{9CCF5F94-A532-4CC5-9A9A-85F6CEF4B52C}" dt="2026-02-20T20:14:25.581" v="559" actId="26606"/>
          <ac:spMkLst>
            <pc:docMk/>
            <pc:sldMk cId="0" sldId="262"/>
            <ac:spMk id="24" creationId="{19D32F93-50AC-4C46-A5DB-291C60DDB7BD}"/>
          </ac:spMkLst>
        </pc:spChg>
        <pc:spChg chg="add">
          <ac:chgData name="Ricardo Reyes" userId="56f37065d8af0f37" providerId="LiveId" clId="{9CCF5F94-A532-4CC5-9A9A-85F6CEF4B52C}" dt="2026-02-20T20:14:25.581" v="559" actId="26606"/>
          <ac:spMkLst>
            <pc:docMk/>
            <pc:sldMk cId="0" sldId="262"/>
            <ac:spMk id="26" creationId="{86FD7672-78BE-4D6F-A711-2CDB79B52DFF}"/>
          </ac:spMkLst>
        </pc:spChg>
        <pc:spChg chg="add">
          <ac:chgData name="Ricardo Reyes" userId="56f37065d8af0f37" providerId="LiveId" clId="{9CCF5F94-A532-4CC5-9A9A-85F6CEF4B52C}" dt="2026-02-20T20:14:25.581" v="559" actId="26606"/>
          <ac:spMkLst>
            <pc:docMk/>
            <pc:sldMk cId="0" sldId="262"/>
            <ac:spMk id="28" creationId="{827DC2C4-B485-428A-BF4A-472D2967F47F}"/>
          </ac:spMkLst>
        </pc:spChg>
        <pc:spChg chg="add">
          <ac:chgData name="Ricardo Reyes" userId="56f37065d8af0f37" providerId="LiveId" clId="{9CCF5F94-A532-4CC5-9A9A-85F6CEF4B52C}" dt="2026-02-20T20:14:25.581" v="559" actId="26606"/>
          <ac:spMkLst>
            <pc:docMk/>
            <pc:sldMk cId="0" sldId="262"/>
            <ac:spMk id="30" creationId="{4A62647B-1222-407C-8740-5A497612B1F5}"/>
          </ac:spMkLst>
        </pc:spChg>
        <pc:picChg chg="mod ord">
          <ac:chgData name="Ricardo Reyes" userId="56f37065d8af0f37" providerId="LiveId" clId="{9CCF5F94-A532-4CC5-9A9A-85F6CEF4B52C}" dt="2026-02-20T20:29:26.463" v="566" actId="14100"/>
          <ac:picMkLst>
            <pc:docMk/>
            <pc:sldMk cId="0" sldId="262"/>
            <ac:picMk id="3" creationId="{00000000-0000-0000-0000-000000000000}"/>
          </ac:picMkLst>
        </pc:picChg>
        <pc:cxnChg chg="del">
          <ac:chgData name="Ricardo Reyes" userId="56f37065d8af0f37" providerId="LiveId" clId="{9CCF5F94-A532-4CC5-9A9A-85F6CEF4B52C}" dt="2026-02-20T20:14:25.581" v="559" actId="26606"/>
          <ac:cxnSpMkLst>
            <pc:docMk/>
            <pc:sldMk cId="0" sldId="262"/>
            <ac:cxnSpMk id="10" creationId="{AA2EAA10-076F-46BD-8F0F-B9A2FB77A85C}"/>
          </ac:cxnSpMkLst>
        </pc:cxnChg>
        <pc:cxnChg chg="del">
          <ac:chgData name="Ricardo Reyes" userId="56f37065d8af0f37" providerId="LiveId" clId="{9CCF5F94-A532-4CC5-9A9A-85F6CEF4B52C}" dt="2026-02-20T20:14:25.581" v="559" actId="26606"/>
          <ac:cxnSpMkLst>
            <pc:docMk/>
            <pc:sldMk cId="0" sldId="262"/>
            <ac:cxnSpMk id="19" creationId="{D891E407-403B-4764-86C9-33A56D3BCAA3}"/>
          </ac:cxnSpMkLst>
        </pc:cxnChg>
      </pc:sldChg>
      <pc:sldChg chg="modSp mod modNotesTx">
        <pc:chgData name="Ricardo Reyes" userId="56f37065d8af0f37" providerId="LiveId" clId="{9CCF5F94-A532-4CC5-9A9A-85F6CEF4B52C}" dt="2026-02-21T00:59:29.040" v="1058" actId="20577"/>
        <pc:sldMkLst>
          <pc:docMk/>
          <pc:sldMk cId="0" sldId="263"/>
        </pc:sldMkLst>
        <pc:spChg chg="mod">
          <ac:chgData name="Ricardo Reyes" userId="56f37065d8af0f37" providerId="LiveId" clId="{9CCF5F94-A532-4CC5-9A9A-85F6CEF4B52C}" dt="2026-02-20T20:30:24.930" v="569" actId="207"/>
          <ac:spMkLst>
            <pc:docMk/>
            <pc:sldMk cId="0" sldId="263"/>
            <ac:spMk id="2" creationId="{00000000-0000-0000-0000-000000000000}"/>
          </ac:spMkLst>
        </pc:spChg>
      </pc:sldChg>
      <pc:sldChg chg="addSp delSp modSp mod setClrOvrMap modNotesTx">
        <pc:chgData name="Ricardo Reyes" userId="56f37065d8af0f37" providerId="LiveId" clId="{9CCF5F94-A532-4CC5-9A9A-85F6CEF4B52C}" dt="2026-02-20T22:28:12.162" v="1038" actId="20577"/>
        <pc:sldMkLst>
          <pc:docMk/>
          <pc:sldMk cId="0" sldId="264"/>
        </pc:sldMkLst>
        <pc:spChg chg="mod ord">
          <ac:chgData name="Ricardo Reyes" userId="56f37065d8af0f37" providerId="LiveId" clId="{9CCF5F94-A532-4CC5-9A9A-85F6CEF4B52C}" dt="2026-02-20T21:43:32.264" v="813" actId="255"/>
          <ac:spMkLst>
            <pc:docMk/>
            <pc:sldMk cId="0" sldId="264"/>
            <ac:spMk id="2" creationId="{00000000-0000-0000-0000-000000000000}"/>
          </ac:spMkLst>
        </pc:spChg>
        <pc:spChg chg="add del mod">
          <ac:chgData name="Ricardo Reyes" userId="56f37065d8af0f37" providerId="LiveId" clId="{9CCF5F94-A532-4CC5-9A9A-85F6CEF4B52C}" dt="2026-02-20T21:42:01.852" v="784"/>
          <ac:spMkLst>
            <pc:docMk/>
            <pc:sldMk cId="0" sldId="264"/>
            <ac:spMk id="4" creationId="{9DD4CCCB-092B-5386-3A1E-734C5642E887}"/>
          </ac:spMkLst>
        </pc:spChg>
        <pc:spChg chg="add mod">
          <ac:chgData name="Ricardo Reyes" userId="56f37065d8af0f37" providerId="LiveId" clId="{9CCF5F94-A532-4CC5-9A9A-85F6CEF4B52C}" dt="2026-02-20T21:43:46.839" v="815" actId="1076"/>
          <ac:spMkLst>
            <pc:docMk/>
            <pc:sldMk cId="0" sldId="264"/>
            <ac:spMk id="5" creationId="{A30A9F4A-C3A0-1AED-11EC-1447B8B9EE31}"/>
          </ac:spMkLst>
        </pc:spChg>
        <pc:spChg chg="add del">
          <ac:chgData name="Ricardo Reyes" userId="56f37065d8af0f37" providerId="LiveId" clId="{9CCF5F94-A532-4CC5-9A9A-85F6CEF4B52C}" dt="2026-02-20T21:42:13.671" v="787" actId="26606"/>
          <ac:spMkLst>
            <pc:docMk/>
            <pc:sldMk cId="0" sldId="264"/>
            <ac:spMk id="8" creationId="{D4771268-CB57-404A-9271-370EB28F6090}"/>
          </ac:spMkLst>
        </pc:spChg>
        <pc:spChg chg="add del">
          <ac:chgData name="Ricardo Reyes" userId="56f37065d8af0f37" providerId="LiveId" clId="{9CCF5F94-A532-4CC5-9A9A-85F6CEF4B52C}" dt="2026-02-20T21:42:13.668" v="786" actId="26606"/>
          <ac:spMkLst>
            <pc:docMk/>
            <pc:sldMk cId="0" sldId="264"/>
            <ac:spMk id="13" creationId="{9228552E-C8B1-4A80-8448-0787CE0FC704}"/>
          </ac:spMkLst>
        </pc:spChg>
        <pc:grpChg chg="add">
          <ac:chgData name="Ricardo Reyes" userId="56f37065d8af0f37" providerId="LiveId" clId="{9CCF5F94-A532-4CC5-9A9A-85F6CEF4B52C}" dt="2026-02-20T21:42:13.671" v="787" actId="26606"/>
          <ac:grpSpMkLst>
            <pc:docMk/>
            <pc:sldMk cId="0" sldId="264"/>
            <ac:grpSpMk id="18" creationId="{114ED94A-C85D-4CD3-4205-438D21CE6B38}"/>
          </ac:grpSpMkLst>
        </pc:grpChg>
        <pc:picChg chg="mod ord">
          <ac:chgData name="Ricardo Reyes" userId="56f37065d8af0f37" providerId="LiveId" clId="{9CCF5F94-A532-4CC5-9A9A-85F6CEF4B52C}" dt="2026-02-20T21:43:54.715" v="817" actId="14100"/>
          <ac:picMkLst>
            <pc:docMk/>
            <pc:sldMk cId="0" sldId="264"/>
            <ac:picMk id="3" creationId="{00000000-0000-0000-0000-000000000000}"/>
          </ac:picMkLst>
        </pc:picChg>
      </pc:sldChg>
      <pc:sldChg chg="addSp delSp modSp mod setClrOvrMap modNotesTx">
        <pc:chgData name="Ricardo Reyes" userId="56f37065d8af0f37" providerId="LiveId" clId="{9CCF5F94-A532-4CC5-9A9A-85F6CEF4B52C}" dt="2026-02-21T01:13:33.225" v="1097" actId="20577"/>
        <pc:sldMkLst>
          <pc:docMk/>
          <pc:sldMk cId="0" sldId="265"/>
        </pc:sldMkLst>
        <pc:spChg chg="mod">
          <ac:chgData name="Ricardo Reyes" userId="56f37065d8af0f37" providerId="LiveId" clId="{9CCF5F94-A532-4CC5-9A9A-85F6CEF4B52C}" dt="2026-02-20T19:59:15.277" v="478" actId="26606"/>
          <ac:spMkLst>
            <pc:docMk/>
            <pc:sldMk cId="0" sldId="265"/>
            <ac:spMk id="2" creationId="{00000000-0000-0000-0000-000000000000}"/>
          </ac:spMkLst>
        </pc:spChg>
        <pc:spChg chg="add del">
          <ac:chgData name="Ricardo Reyes" userId="56f37065d8af0f37" providerId="LiveId" clId="{9CCF5F94-A532-4CC5-9A9A-85F6CEF4B52C}" dt="2026-02-20T19:59:15.277" v="478" actId="26606"/>
          <ac:spMkLst>
            <pc:docMk/>
            <pc:sldMk cId="0" sldId="265"/>
            <ac:spMk id="9" creationId="{BACC6370-2D7E-4714-9D71-7542949D7D5D}"/>
          </ac:spMkLst>
        </pc:spChg>
        <pc:spChg chg="add del">
          <ac:chgData name="Ricardo Reyes" userId="56f37065d8af0f37" providerId="LiveId" clId="{9CCF5F94-A532-4CC5-9A9A-85F6CEF4B52C}" dt="2026-02-20T19:59:15.277" v="478" actId="26606"/>
          <ac:spMkLst>
            <pc:docMk/>
            <pc:sldMk cId="0" sldId="265"/>
            <ac:spMk id="11" creationId="{F68B3F68-107C-434F-AA38-110D5EA91B85}"/>
          </ac:spMkLst>
        </pc:spChg>
        <pc:spChg chg="add del">
          <ac:chgData name="Ricardo Reyes" userId="56f37065d8af0f37" providerId="LiveId" clId="{9CCF5F94-A532-4CC5-9A9A-85F6CEF4B52C}" dt="2026-02-20T19:59:15.277" v="478" actId="26606"/>
          <ac:spMkLst>
            <pc:docMk/>
            <pc:sldMk cId="0" sldId="265"/>
            <ac:spMk id="13" creationId="{AAD0DBB9-1A4B-4391-81D4-CB19F9AB918A}"/>
          </ac:spMkLst>
        </pc:spChg>
        <pc:spChg chg="add del">
          <ac:chgData name="Ricardo Reyes" userId="56f37065d8af0f37" providerId="LiveId" clId="{9CCF5F94-A532-4CC5-9A9A-85F6CEF4B52C}" dt="2026-02-20T19:59:15.277" v="478" actId="26606"/>
          <ac:spMkLst>
            <pc:docMk/>
            <pc:sldMk cId="0" sldId="265"/>
            <ac:spMk id="15" creationId="{063BBA22-50EA-4C4D-BE05-F1CE4E63AA56}"/>
          </ac:spMkLst>
        </pc:spChg>
        <pc:spChg chg="add del">
          <ac:chgData name="Ricardo Reyes" userId="56f37065d8af0f37" providerId="LiveId" clId="{9CCF5F94-A532-4CC5-9A9A-85F6CEF4B52C}" dt="2026-02-20T19:59:12.979" v="475" actId="26606"/>
          <ac:spMkLst>
            <pc:docMk/>
            <pc:sldMk cId="0" sldId="265"/>
            <ac:spMk id="20" creationId="{BACC6370-2D7E-4714-9D71-7542949D7D5D}"/>
          </ac:spMkLst>
        </pc:spChg>
        <pc:spChg chg="add del">
          <ac:chgData name="Ricardo Reyes" userId="56f37065d8af0f37" providerId="LiveId" clId="{9CCF5F94-A532-4CC5-9A9A-85F6CEF4B52C}" dt="2026-02-20T19:59:15.229" v="477" actId="26606"/>
          <ac:spMkLst>
            <pc:docMk/>
            <pc:sldMk cId="0" sldId="265"/>
            <ac:spMk id="21" creationId="{B50AB553-2A96-4A92-96F2-93548E096954}"/>
          </ac:spMkLst>
        </pc:spChg>
        <pc:spChg chg="add del">
          <ac:chgData name="Ricardo Reyes" userId="56f37065d8af0f37" providerId="LiveId" clId="{9CCF5F94-A532-4CC5-9A9A-85F6CEF4B52C}" dt="2026-02-20T19:59:12.979" v="475" actId="26606"/>
          <ac:spMkLst>
            <pc:docMk/>
            <pc:sldMk cId="0" sldId="265"/>
            <ac:spMk id="22" creationId="{F68B3F68-107C-434F-AA38-110D5EA91B85}"/>
          </ac:spMkLst>
        </pc:spChg>
        <pc:spChg chg="add">
          <ac:chgData name="Ricardo Reyes" userId="56f37065d8af0f37" providerId="LiveId" clId="{9CCF5F94-A532-4CC5-9A9A-85F6CEF4B52C}" dt="2026-02-20T19:59:15.277" v="478" actId="26606"/>
          <ac:spMkLst>
            <pc:docMk/>
            <pc:sldMk cId="0" sldId="265"/>
            <ac:spMk id="23" creationId="{9228552E-C8B1-4A80-8448-0787CE0FC704}"/>
          </ac:spMkLst>
        </pc:spChg>
        <pc:spChg chg="add del">
          <ac:chgData name="Ricardo Reyes" userId="56f37065d8af0f37" providerId="LiveId" clId="{9CCF5F94-A532-4CC5-9A9A-85F6CEF4B52C}" dt="2026-02-20T19:59:12.979" v="475" actId="26606"/>
          <ac:spMkLst>
            <pc:docMk/>
            <pc:sldMk cId="0" sldId="265"/>
            <ac:spMk id="24" creationId="{AAD0DBB9-1A4B-4391-81D4-CB19F9AB918A}"/>
          </ac:spMkLst>
        </pc:spChg>
        <pc:spChg chg="add del">
          <ac:chgData name="Ricardo Reyes" userId="56f37065d8af0f37" providerId="LiveId" clId="{9CCF5F94-A532-4CC5-9A9A-85F6CEF4B52C}" dt="2026-02-20T19:59:12.979" v="475" actId="26606"/>
          <ac:spMkLst>
            <pc:docMk/>
            <pc:sldMk cId="0" sldId="265"/>
            <ac:spMk id="26" creationId="{063BBA22-50EA-4C4D-BE05-F1CE4E63AA56}"/>
          </ac:spMkLst>
        </pc:spChg>
        <pc:graphicFrameChg chg="mod modGraphic">
          <ac:chgData name="Ricardo Reyes" userId="56f37065d8af0f37" providerId="LiveId" clId="{9CCF5F94-A532-4CC5-9A9A-85F6CEF4B52C}" dt="2026-02-20T21:46:36.999" v="871" actId="20577"/>
          <ac:graphicFrameMkLst>
            <pc:docMk/>
            <pc:sldMk cId="0" sldId="265"/>
            <ac:graphicFrameMk id="5" creationId="{A11A8D6C-1438-8559-D865-BE7E7DD6070D}"/>
          </ac:graphicFrameMkLst>
        </pc:graphicFrameChg>
        <pc:picChg chg="add del">
          <ac:chgData name="Ricardo Reyes" userId="56f37065d8af0f37" providerId="LiveId" clId="{9CCF5F94-A532-4CC5-9A9A-85F6CEF4B52C}" dt="2026-02-20T19:59:15.229" v="477" actId="26606"/>
          <ac:picMkLst>
            <pc:docMk/>
            <pc:sldMk cId="0" sldId="265"/>
            <ac:picMk id="17" creationId="{DC4BF608-31ED-2F31-FACC-F0ED6394E3F0}"/>
          </ac:picMkLst>
        </pc:picChg>
        <pc:picChg chg="add">
          <ac:chgData name="Ricardo Reyes" userId="56f37065d8af0f37" providerId="LiveId" clId="{9CCF5F94-A532-4CC5-9A9A-85F6CEF4B52C}" dt="2026-02-20T19:59:15.277" v="478" actId="26606"/>
          <ac:picMkLst>
            <pc:docMk/>
            <pc:sldMk cId="0" sldId="265"/>
            <ac:picMk id="25" creationId="{2451C45B-5084-7F10-4BCB-5E28634F0F43}"/>
          </ac:picMkLst>
        </pc:picChg>
      </pc:sldChg>
      <pc:sldChg chg="modSp mod ord modNotesTx">
        <pc:chgData name="Ricardo Reyes" userId="56f37065d8af0f37" providerId="LiveId" clId="{9CCF5F94-A532-4CC5-9A9A-85F6CEF4B52C}" dt="2026-02-21T14:57:46.114" v="1118" actId="6549"/>
        <pc:sldMkLst>
          <pc:docMk/>
          <pc:sldMk cId="1727175071" sldId="266"/>
        </pc:sldMkLst>
        <pc:spChg chg="mod">
          <ac:chgData name="Ricardo Reyes" userId="56f37065d8af0f37" providerId="LiveId" clId="{9CCF5F94-A532-4CC5-9A9A-85F6CEF4B52C}" dt="2026-02-20T17:51:35.500" v="89" actId="255"/>
          <ac:spMkLst>
            <pc:docMk/>
            <pc:sldMk cId="1727175071" sldId="266"/>
            <ac:spMk id="2" creationId="{69DC1AD4-5AB4-FEE1-EFBC-303115E0EAF0}"/>
          </ac:spMkLst>
        </pc:spChg>
        <pc:spChg chg="mod">
          <ac:chgData name="Ricardo Reyes" userId="56f37065d8af0f37" providerId="LiveId" clId="{9CCF5F94-A532-4CC5-9A9A-85F6CEF4B52C}" dt="2026-02-20T20:37:46.793" v="593" actId="5793"/>
          <ac:spMkLst>
            <pc:docMk/>
            <pc:sldMk cId="1727175071" sldId="266"/>
            <ac:spMk id="3" creationId="{962C52C8-0401-A0D5-BDDF-A442FDEA5ED3}"/>
          </ac:spMkLst>
        </pc:spChg>
      </pc:sldChg>
      <pc:sldChg chg="modSp mod">
        <pc:chgData name="Ricardo Reyes" userId="56f37065d8af0f37" providerId="LiveId" clId="{9CCF5F94-A532-4CC5-9A9A-85F6CEF4B52C}" dt="2026-02-20T21:55:58.884" v="1009" actId="1076"/>
        <pc:sldMkLst>
          <pc:docMk/>
          <pc:sldMk cId="2706396278" sldId="267"/>
        </pc:sldMkLst>
        <pc:spChg chg="mod">
          <ac:chgData name="Ricardo Reyes" userId="56f37065d8af0f37" providerId="LiveId" clId="{9CCF5F94-A532-4CC5-9A9A-85F6CEF4B52C}" dt="2026-02-20T21:55:58.884" v="1009" actId="1076"/>
          <ac:spMkLst>
            <pc:docMk/>
            <pc:sldMk cId="2706396278" sldId="267"/>
            <ac:spMk id="2" creationId="{ED127082-327B-5002-07EA-14FC1D79738F}"/>
          </ac:spMkLst>
        </pc:spChg>
        <pc:spChg chg="mod">
          <ac:chgData name="Ricardo Reyes" userId="56f37065d8af0f37" providerId="LiveId" clId="{9CCF5F94-A532-4CC5-9A9A-85F6CEF4B52C}" dt="2026-02-20T21:55:54.798" v="1008" actId="1076"/>
          <ac:spMkLst>
            <pc:docMk/>
            <pc:sldMk cId="2706396278" sldId="267"/>
            <ac:spMk id="3" creationId="{390AAC49-1E95-3B22-A971-733659E3DF08}"/>
          </ac:spMkLst>
        </pc:spChg>
      </pc:sldChg>
      <pc:sldChg chg="addSp delSp modSp new mod setBg modNotesTx">
        <pc:chgData name="Ricardo Reyes" userId="56f37065d8af0f37" providerId="LiveId" clId="{9CCF5F94-A532-4CC5-9A9A-85F6CEF4B52C}" dt="2026-02-21T01:07:21.863" v="1088" actId="20577"/>
        <pc:sldMkLst>
          <pc:docMk/>
          <pc:sldMk cId="876552645" sldId="268"/>
        </pc:sldMkLst>
        <pc:spChg chg="mod">
          <ac:chgData name="Ricardo Reyes" userId="56f37065d8af0f37" providerId="LiveId" clId="{9CCF5F94-A532-4CC5-9A9A-85F6CEF4B52C}" dt="2026-02-20T20:40:49.904" v="595" actId="207"/>
          <ac:spMkLst>
            <pc:docMk/>
            <pc:sldMk cId="876552645" sldId="268"/>
            <ac:spMk id="2" creationId="{00F7D338-4940-C78D-DFF3-2BB261965065}"/>
          </ac:spMkLst>
        </pc:spChg>
        <pc:spChg chg="del mod">
          <ac:chgData name="Ricardo Reyes" userId="56f37065d8af0f37" providerId="LiveId" clId="{9CCF5F94-A532-4CC5-9A9A-85F6CEF4B52C}" dt="2026-02-20T18:00:14.214" v="169" actId="26606"/>
          <ac:spMkLst>
            <pc:docMk/>
            <pc:sldMk cId="876552645" sldId="268"/>
            <ac:spMk id="3" creationId="{6DECCD10-2943-349D-90A7-0E07FB464DB5}"/>
          </ac:spMkLst>
        </pc:spChg>
        <pc:spChg chg="add">
          <ac:chgData name="Ricardo Reyes" userId="56f37065d8af0f37" providerId="LiveId" clId="{9CCF5F94-A532-4CC5-9A9A-85F6CEF4B52C}" dt="2026-02-20T18:00:14.214" v="169" actId="26606"/>
          <ac:spMkLst>
            <pc:docMk/>
            <pc:sldMk cId="876552645" sldId="268"/>
            <ac:spMk id="9" creationId="{C05CBC3C-2E5A-4839-8B9B-2E5A6ADF0F58}"/>
          </ac:spMkLst>
        </pc:spChg>
        <pc:spChg chg="add">
          <ac:chgData name="Ricardo Reyes" userId="56f37065d8af0f37" providerId="LiveId" clId="{9CCF5F94-A532-4CC5-9A9A-85F6CEF4B52C}" dt="2026-02-20T18:00:14.214" v="169" actId="26606"/>
          <ac:spMkLst>
            <pc:docMk/>
            <pc:sldMk cId="876552645" sldId="268"/>
            <ac:spMk id="11" creationId="{DB5B423A-57CC-4C58-AA26-8E2E862B03A0}"/>
          </ac:spMkLst>
        </pc:spChg>
        <pc:graphicFrameChg chg="add mod modGraphic">
          <ac:chgData name="Ricardo Reyes" userId="56f37065d8af0f37" providerId="LiveId" clId="{9CCF5F94-A532-4CC5-9A9A-85F6CEF4B52C}" dt="2026-02-20T20:41:08.865" v="596"/>
          <ac:graphicFrameMkLst>
            <pc:docMk/>
            <pc:sldMk cId="876552645" sldId="268"/>
            <ac:graphicFrameMk id="5" creationId="{60546946-C979-F15A-86A5-F1C42D17E4E0}"/>
          </ac:graphicFrameMkLst>
        </pc:graphicFrameChg>
      </pc:sldChg>
      <pc:sldChg chg="addSp delSp modSp new mod setBg modNotesTx">
        <pc:chgData name="Ricardo Reyes" userId="56f37065d8af0f37" providerId="LiveId" clId="{9CCF5F94-A532-4CC5-9A9A-85F6CEF4B52C}" dt="2026-02-21T01:15:35.190" v="1103" actId="20577"/>
        <pc:sldMkLst>
          <pc:docMk/>
          <pc:sldMk cId="348809641" sldId="269"/>
        </pc:sldMkLst>
        <pc:spChg chg="del">
          <ac:chgData name="Ricardo Reyes" userId="56f37065d8af0f37" providerId="LiveId" clId="{9CCF5F94-A532-4CC5-9A9A-85F6CEF4B52C}" dt="2026-02-20T18:55:05.565" v="187" actId="478"/>
          <ac:spMkLst>
            <pc:docMk/>
            <pc:sldMk cId="348809641" sldId="269"/>
            <ac:spMk id="2" creationId="{9A4B6666-4848-B7B1-A057-A0940361780D}"/>
          </ac:spMkLst>
        </pc:spChg>
        <pc:spChg chg="mod ord">
          <ac:chgData name="Ricardo Reyes" userId="56f37065d8af0f37" providerId="LiveId" clId="{9CCF5F94-A532-4CC5-9A9A-85F6CEF4B52C}" dt="2026-02-21T01:15:35.190" v="1103" actId="20577"/>
          <ac:spMkLst>
            <pc:docMk/>
            <pc:sldMk cId="348809641" sldId="269"/>
            <ac:spMk id="3" creationId="{FA29CEE9-3F54-C4A0-5D9E-91B12BB82E07}"/>
          </ac:spMkLst>
        </pc:spChg>
        <pc:spChg chg="add del">
          <ac:chgData name="Ricardo Reyes" userId="56f37065d8af0f37" providerId="LiveId" clId="{9CCF5F94-A532-4CC5-9A9A-85F6CEF4B52C}" dt="2026-02-20T18:56:01.746" v="193" actId="26606"/>
          <ac:spMkLst>
            <pc:docMk/>
            <pc:sldMk cId="348809641" sldId="269"/>
            <ac:spMk id="10" creationId="{EDDBB197-D710-4A4F-A9CA-FD2177498BE8}"/>
          </ac:spMkLst>
        </pc:spChg>
        <pc:spChg chg="add del">
          <ac:chgData name="Ricardo Reyes" userId="56f37065d8af0f37" providerId="LiveId" clId="{9CCF5F94-A532-4CC5-9A9A-85F6CEF4B52C}" dt="2026-02-20T18:56:01.746" v="193" actId="26606"/>
          <ac:spMkLst>
            <pc:docMk/>
            <pc:sldMk cId="348809641" sldId="269"/>
            <ac:spMk id="12" creationId="{975D1CFA-2CDB-4B64-BD9F-85744E8DA12F}"/>
          </ac:spMkLst>
        </pc:spChg>
        <pc:spChg chg="add">
          <ac:chgData name="Ricardo Reyes" userId="56f37065d8af0f37" providerId="LiveId" clId="{9CCF5F94-A532-4CC5-9A9A-85F6CEF4B52C}" dt="2026-02-20T18:56:01.746" v="193" actId="26606"/>
          <ac:spMkLst>
            <pc:docMk/>
            <pc:sldMk cId="348809641" sldId="269"/>
            <ac:spMk id="23" creationId="{2EB492CD-616E-47F8-933B-5E2D952A0593}"/>
          </ac:spMkLst>
        </pc:spChg>
        <pc:spChg chg="add">
          <ac:chgData name="Ricardo Reyes" userId="56f37065d8af0f37" providerId="LiveId" clId="{9CCF5F94-A532-4CC5-9A9A-85F6CEF4B52C}" dt="2026-02-20T18:56:01.746" v="193" actId="26606"/>
          <ac:spMkLst>
            <pc:docMk/>
            <pc:sldMk cId="348809641" sldId="269"/>
            <ac:spMk id="25" creationId="{59383CF9-23B5-4335-9B21-1791C4CF1C75}"/>
          </ac:spMkLst>
        </pc:spChg>
        <pc:spChg chg="add">
          <ac:chgData name="Ricardo Reyes" userId="56f37065d8af0f37" providerId="LiveId" clId="{9CCF5F94-A532-4CC5-9A9A-85F6CEF4B52C}" dt="2026-02-20T18:56:01.746" v="193" actId="26606"/>
          <ac:spMkLst>
            <pc:docMk/>
            <pc:sldMk cId="348809641" sldId="269"/>
            <ac:spMk id="27" creationId="{0007FE00-9498-4706-B255-6437B0252C02}"/>
          </ac:spMkLst>
        </pc:spChg>
        <pc:grpChg chg="add del">
          <ac:chgData name="Ricardo Reyes" userId="56f37065d8af0f37" providerId="LiveId" clId="{9CCF5F94-A532-4CC5-9A9A-85F6CEF4B52C}" dt="2026-02-20T18:56:01.746" v="193" actId="26606"/>
          <ac:grpSpMkLst>
            <pc:docMk/>
            <pc:sldMk cId="348809641" sldId="269"/>
            <ac:grpSpMk id="14" creationId="{25EE5136-01F1-466C-962D-BA9B4C6757AA}"/>
          </ac:grpSpMkLst>
        </pc:grpChg>
        <pc:picChg chg="add mod">
          <ac:chgData name="Ricardo Reyes" userId="56f37065d8af0f37" providerId="LiveId" clId="{9CCF5F94-A532-4CC5-9A9A-85F6CEF4B52C}" dt="2026-02-20T18:56:01.746" v="193" actId="26606"/>
          <ac:picMkLst>
            <pc:docMk/>
            <pc:sldMk cId="348809641" sldId="269"/>
            <ac:picMk id="7" creationId="{D17B99F7-664D-C64C-EA29-D10A2FE23224}"/>
          </ac:picMkLst>
        </pc:picChg>
      </pc:sldChg>
      <pc:sldChg chg="addSp modSp new mod setBg modNotesTx">
        <pc:chgData name="Ricardo Reyes" userId="56f37065d8af0f37" providerId="LiveId" clId="{9CCF5F94-A532-4CC5-9A9A-85F6CEF4B52C}" dt="2026-02-20T22:23:29.722" v="1022" actId="20577"/>
        <pc:sldMkLst>
          <pc:docMk/>
          <pc:sldMk cId="2242991970" sldId="270"/>
        </pc:sldMkLst>
        <pc:spChg chg="mod">
          <ac:chgData name="Ricardo Reyes" userId="56f37065d8af0f37" providerId="LiveId" clId="{9CCF5F94-A532-4CC5-9A9A-85F6CEF4B52C}" dt="2026-02-20T20:08:04.488" v="525" actId="27636"/>
          <ac:spMkLst>
            <pc:docMk/>
            <pc:sldMk cId="2242991970" sldId="270"/>
            <ac:spMk id="2" creationId="{9B1E5AD4-31C3-B84E-4C77-6FC74B001040}"/>
          </ac:spMkLst>
        </pc:spChg>
        <pc:spChg chg="mod">
          <ac:chgData name="Ricardo Reyes" userId="56f37065d8af0f37" providerId="LiveId" clId="{9CCF5F94-A532-4CC5-9A9A-85F6CEF4B52C}" dt="2026-02-20T20:04:39.178" v="520" actId="20577"/>
          <ac:spMkLst>
            <pc:docMk/>
            <pc:sldMk cId="2242991970" sldId="270"/>
            <ac:spMk id="3" creationId="{FF622642-4642-E8D7-57B6-B373F9907378}"/>
          </ac:spMkLst>
        </pc:spChg>
        <pc:spChg chg="add">
          <ac:chgData name="Ricardo Reyes" userId="56f37065d8af0f37" providerId="LiveId" clId="{9CCF5F94-A532-4CC5-9A9A-85F6CEF4B52C}" dt="2026-02-20T19:07:51.994" v="239" actId="26606"/>
          <ac:spMkLst>
            <pc:docMk/>
            <pc:sldMk cId="2242991970" sldId="270"/>
            <ac:spMk id="10" creationId="{2EB492CD-616E-47F8-933B-5E2D952A0593}"/>
          </ac:spMkLst>
        </pc:spChg>
        <pc:spChg chg="add">
          <ac:chgData name="Ricardo Reyes" userId="56f37065d8af0f37" providerId="LiveId" clId="{9CCF5F94-A532-4CC5-9A9A-85F6CEF4B52C}" dt="2026-02-20T19:07:51.994" v="239" actId="26606"/>
          <ac:spMkLst>
            <pc:docMk/>
            <pc:sldMk cId="2242991970" sldId="270"/>
            <ac:spMk id="12" creationId="{59383CF9-23B5-4335-9B21-1791C4CF1C75}"/>
          </ac:spMkLst>
        </pc:spChg>
        <pc:spChg chg="add">
          <ac:chgData name="Ricardo Reyes" userId="56f37065d8af0f37" providerId="LiveId" clId="{9CCF5F94-A532-4CC5-9A9A-85F6CEF4B52C}" dt="2026-02-20T19:07:51.994" v="239" actId="26606"/>
          <ac:spMkLst>
            <pc:docMk/>
            <pc:sldMk cId="2242991970" sldId="270"/>
            <ac:spMk id="14" creationId="{0007FE00-9498-4706-B255-6437B0252C02}"/>
          </ac:spMkLst>
        </pc:spChg>
        <pc:picChg chg="add">
          <ac:chgData name="Ricardo Reyes" userId="56f37065d8af0f37" providerId="LiveId" clId="{9CCF5F94-A532-4CC5-9A9A-85F6CEF4B52C}" dt="2026-02-20T19:07:51.994" v="239" actId="26606"/>
          <ac:picMkLst>
            <pc:docMk/>
            <pc:sldMk cId="2242991970" sldId="270"/>
            <ac:picMk id="7" creationId="{CDBBB341-7C74-93A5-43C4-0B85536485D7}"/>
          </ac:picMkLst>
        </pc:picChg>
      </pc:sldChg>
      <pc:sldChg chg="addSp delSp modSp new mod setBg modNotesTx">
        <pc:chgData name="Ricardo Reyes" userId="56f37065d8af0f37" providerId="LiveId" clId="{9CCF5F94-A532-4CC5-9A9A-85F6CEF4B52C}" dt="2026-02-21T01:03:46.154" v="1076" actId="1076"/>
        <pc:sldMkLst>
          <pc:docMk/>
          <pc:sldMk cId="2815002549" sldId="271"/>
        </pc:sldMkLst>
        <pc:spChg chg="mod ord">
          <ac:chgData name="Ricardo Reyes" userId="56f37065d8af0f37" providerId="LiveId" clId="{9CCF5F94-A532-4CC5-9A9A-85F6CEF4B52C}" dt="2026-02-20T20:11:11.654" v="535" actId="26606"/>
          <ac:spMkLst>
            <pc:docMk/>
            <pc:sldMk cId="2815002549" sldId="271"/>
            <ac:spMk id="2" creationId="{5BBC31D9-AED0-1C03-095F-1BA8F6BE6EA3}"/>
          </ac:spMkLst>
        </pc:spChg>
        <pc:spChg chg="del">
          <ac:chgData name="Ricardo Reyes" userId="56f37065d8af0f37" providerId="LiveId" clId="{9CCF5F94-A532-4CC5-9A9A-85F6CEF4B52C}" dt="2026-02-20T20:10:14.053" v="529"/>
          <ac:spMkLst>
            <pc:docMk/>
            <pc:sldMk cId="2815002549" sldId="271"/>
            <ac:spMk id="3" creationId="{17BC83A3-2795-A8F5-D71C-EF8083DC16B7}"/>
          </ac:spMkLst>
        </pc:spChg>
        <pc:spChg chg="add mod">
          <ac:chgData name="Ricardo Reyes" userId="56f37065d8af0f37" providerId="LiveId" clId="{9CCF5F94-A532-4CC5-9A9A-85F6CEF4B52C}" dt="2026-02-21T01:03:46.154" v="1076" actId="1076"/>
          <ac:spMkLst>
            <pc:docMk/>
            <pc:sldMk cId="2815002549" sldId="271"/>
            <ac:spMk id="5" creationId="{A54C0AE5-967A-CC59-460C-37F0842FF467}"/>
          </ac:spMkLst>
        </pc:spChg>
        <pc:spChg chg="add del">
          <ac:chgData name="Ricardo Reyes" userId="56f37065d8af0f37" providerId="LiveId" clId="{9CCF5F94-A532-4CC5-9A9A-85F6CEF4B52C}" dt="2026-02-20T20:11:11.646" v="534" actId="26606"/>
          <ac:spMkLst>
            <pc:docMk/>
            <pc:sldMk cId="2815002549" sldId="271"/>
            <ac:spMk id="8" creationId="{7CAC3AD2-175B-00D2-9581-178CBEFFE723}"/>
          </ac:spMkLst>
        </pc:spChg>
        <pc:spChg chg="add del">
          <ac:chgData name="Ricardo Reyes" userId="56f37065d8af0f37" providerId="LiveId" clId="{9CCF5F94-A532-4CC5-9A9A-85F6CEF4B52C}" dt="2026-02-20T20:10:59.478" v="532" actId="26606"/>
          <ac:spMkLst>
            <pc:docMk/>
            <pc:sldMk cId="2815002549" sldId="271"/>
            <ac:spMk id="9" creationId="{37C89E4B-3C9F-44B9-8B86-D9E3D112D8EC}"/>
          </ac:spMkLst>
        </pc:spChg>
        <pc:spChg chg="add del">
          <ac:chgData name="Ricardo Reyes" userId="56f37065d8af0f37" providerId="LiveId" clId="{9CCF5F94-A532-4CC5-9A9A-85F6CEF4B52C}" dt="2026-02-20T20:11:11.646" v="534" actId="26606"/>
          <ac:spMkLst>
            <pc:docMk/>
            <pc:sldMk cId="2815002549" sldId="271"/>
            <ac:spMk id="15" creationId="{450D3AD2-FA80-415F-A9CE-54D884561CD7}"/>
          </ac:spMkLst>
        </pc:spChg>
        <pc:spChg chg="add del">
          <ac:chgData name="Ricardo Reyes" userId="56f37065d8af0f37" providerId="LiveId" clId="{9CCF5F94-A532-4CC5-9A9A-85F6CEF4B52C}" dt="2026-02-20T20:11:11.646" v="534" actId="26606"/>
          <ac:spMkLst>
            <pc:docMk/>
            <pc:sldMk cId="2815002549" sldId="271"/>
            <ac:spMk id="16" creationId="{B34F5AD2-EDBD-4BBD-A55C-EAFFD0C7097A}"/>
          </ac:spMkLst>
        </pc:spChg>
        <pc:spChg chg="add del">
          <ac:chgData name="Ricardo Reyes" userId="56f37065d8af0f37" providerId="LiveId" clId="{9CCF5F94-A532-4CC5-9A9A-85F6CEF4B52C}" dt="2026-02-20T20:11:11.646" v="534" actId="26606"/>
          <ac:spMkLst>
            <pc:docMk/>
            <pc:sldMk cId="2815002549" sldId="271"/>
            <ac:spMk id="17" creationId="{C3896A03-3945-419A-B66B-4EE266EDD152}"/>
          </ac:spMkLst>
        </pc:spChg>
        <pc:spChg chg="add">
          <ac:chgData name="Ricardo Reyes" userId="56f37065d8af0f37" providerId="LiveId" clId="{9CCF5F94-A532-4CC5-9A9A-85F6CEF4B52C}" dt="2026-02-20T20:11:11.654" v="535" actId="26606"/>
          <ac:spMkLst>
            <pc:docMk/>
            <pc:sldMk cId="2815002549" sldId="271"/>
            <ac:spMk id="19" creationId="{D4771268-CB57-404A-9271-370EB28F6090}"/>
          </ac:spMkLst>
        </pc:spChg>
        <pc:picChg chg="add mod">
          <ac:chgData name="Ricardo Reyes" userId="56f37065d8af0f37" providerId="LiveId" clId="{9CCF5F94-A532-4CC5-9A9A-85F6CEF4B52C}" dt="2026-02-20T20:11:11.654" v="535" actId="26606"/>
          <ac:picMkLst>
            <pc:docMk/>
            <pc:sldMk cId="2815002549" sldId="271"/>
            <ac:picMk id="4" creationId="{84C98673-0EF0-E346-5139-997DFDB83F3E}"/>
          </ac:picMkLst>
        </pc:picChg>
        <pc:cxnChg chg="add del">
          <ac:chgData name="Ricardo Reyes" userId="56f37065d8af0f37" providerId="LiveId" clId="{9CCF5F94-A532-4CC5-9A9A-85F6CEF4B52C}" dt="2026-02-20T20:10:59.478" v="532" actId="26606"/>
          <ac:cxnSpMkLst>
            <pc:docMk/>
            <pc:sldMk cId="2815002549" sldId="271"/>
            <ac:cxnSpMk id="11" creationId="{AA2EAA10-076F-46BD-8F0F-B9A2FB77A85C}"/>
          </ac:cxnSpMkLst>
        </pc:cxnChg>
        <pc:cxnChg chg="add del">
          <ac:chgData name="Ricardo Reyes" userId="56f37065d8af0f37" providerId="LiveId" clId="{9CCF5F94-A532-4CC5-9A9A-85F6CEF4B52C}" dt="2026-02-20T20:10:59.478" v="532" actId="26606"/>
          <ac:cxnSpMkLst>
            <pc:docMk/>
            <pc:sldMk cId="2815002549" sldId="271"/>
            <ac:cxnSpMk id="13" creationId="{D891E407-403B-4764-86C9-33A56D3BCAA3}"/>
          </ac:cxnSpMkLst>
        </pc:cxnChg>
      </pc:sldChg>
      <pc:sldChg chg="addSp modSp new mod setBg modNotesTx">
        <pc:chgData name="Ricardo Reyes" userId="56f37065d8af0f37" providerId="LiveId" clId="{9CCF5F94-A532-4CC5-9A9A-85F6CEF4B52C}" dt="2026-02-21T01:00:11.781" v="1062" actId="20577"/>
        <pc:sldMkLst>
          <pc:docMk/>
          <pc:sldMk cId="1053548022" sldId="272"/>
        </pc:sldMkLst>
        <pc:spChg chg="mod">
          <ac:chgData name="Ricardo Reyes" userId="56f37065d8af0f37" providerId="LiveId" clId="{9CCF5F94-A532-4CC5-9A9A-85F6CEF4B52C}" dt="2026-02-20T21:38:10.954" v="759" actId="207"/>
          <ac:spMkLst>
            <pc:docMk/>
            <pc:sldMk cId="1053548022" sldId="272"/>
            <ac:spMk id="2" creationId="{070C8371-5B19-7D79-FCF5-0A1386C60BA2}"/>
          </ac:spMkLst>
        </pc:spChg>
        <pc:spChg chg="mod">
          <ac:chgData name="Ricardo Reyes" userId="56f37065d8af0f37" providerId="LiveId" clId="{9CCF5F94-A532-4CC5-9A9A-85F6CEF4B52C}" dt="2026-02-20T21:40:03.419" v="775" actId="20577"/>
          <ac:spMkLst>
            <pc:docMk/>
            <pc:sldMk cId="1053548022" sldId="272"/>
            <ac:spMk id="3" creationId="{5CEB6527-4782-A3ED-DBED-B1E41A193B13}"/>
          </ac:spMkLst>
        </pc:spChg>
        <pc:spChg chg="add">
          <ac:chgData name="Ricardo Reyes" userId="56f37065d8af0f37" providerId="LiveId" clId="{9CCF5F94-A532-4CC5-9A9A-85F6CEF4B52C}" dt="2026-02-20T20:33:06.726" v="577" actId="26606"/>
          <ac:spMkLst>
            <pc:docMk/>
            <pc:sldMk cId="1053548022" sldId="272"/>
            <ac:spMk id="8" creationId="{907EF6B7-1338-4443-8C46-6A318D952DFD}"/>
          </ac:spMkLst>
        </pc:spChg>
        <pc:spChg chg="add">
          <ac:chgData name="Ricardo Reyes" userId="56f37065d8af0f37" providerId="LiveId" clId="{9CCF5F94-A532-4CC5-9A9A-85F6CEF4B52C}" dt="2026-02-20T20:33:06.726" v="577" actId="26606"/>
          <ac:spMkLst>
            <pc:docMk/>
            <pc:sldMk cId="1053548022" sldId="272"/>
            <ac:spMk id="10" creationId="{DAAE4CDD-124C-4DCF-9584-B6033B545DD5}"/>
          </ac:spMkLst>
        </pc:spChg>
        <pc:spChg chg="add">
          <ac:chgData name="Ricardo Reyes" userId="56f37065d8af0f37" providerId="LiveId" clId="{9CCF5F94-A532-4CC5-9A9A-85F6CEF4B52C}" dt="2026-02-20T20:33:06.726" v="577" actId="26606"/>
          <ac:spMkLst>
            <pc:docMk/>
            <pc:sldMk cId="1053548022" sldId="272"/>
            <ac:spMk id="12" creationId="{081E4A58-353D-44AE-B2FC-2A74E2E400F7}"/>
          </ac:spMkLst>
        </pc:spChg>
      </pc:sldChg>
      <pc:sldChg chg="addSp delSp modSp new del mod">
        <pc:chgData name="Ricardo Reyes" userId="56f37065d8af0f37" providerId="LiveId" clId="{9CCF5F94-A532-4CC5-9A9A-85F6CEF4B52C}" dt="2026-02-20T22:20:49.434" v="1017" actId="47"/>
        <pc:sldMkLst>
          <pc:docMk/>
          <pc:sldMk cId="102562108" sldId="273"/>
        </pc:sldMkLst>
        <pc:spChg chg="del">
          <ac:chgData name="Ricardo Reyes" userId="56f37065d8af0f37" providerId="LiveId" clId="{9CCF5F94-A532-4CC5-9A9A-85F6CEF4B52C}" dt="2026-02-20T22:13:56.783" v="1014"/>
          <ac:spMkLst>
            <pc:docMk/>
            <pc:sldMk cId="102562108" sldId="273"/>
            <ac:spMk id="3" creationId="{EEC3F709-9F2C-952A-58F5-FF56380419D4}"/>
          </ac:spMkLst>
        </pc:spChg>
        <pc:spChg chg="add del mod">
          <ac:chgData name="Ricardo Reyes" userId="56f37065d8af0f37" providerId="LiveId" clId="{9CCF5F94-A532-4CC5-9A9A-85F6CEF4B52C}" dt="2026-02-20T22:13:59.670" v="1015"/>
          <ac:spMkLst>
            <pc:docMk/>
            <pc:sldMk cId="102562108" sldId="273"/>
            <ac:spMk id="4" creationId="{34651C36-4136-CAA5-3E58-B07BB3A249D5}"/>
          </ac:spMkLst>
        </pc:spChg>
        <pc:spChg chg="add del mod">
          <ac:chgData name="Ricardo Reyes" userId="56f37065d8af0f37" providerId="LiveId" clId="{9CCF5F94-A532-4CC5-9A9A-85F6CEF4B52C}" dt="2026-02-20T22:15:38.482" v="1016" actId="22"/>
          <ac:spMkLst>
            <pc:docMk/>
            <pc:sldMk cId="102562108" sldId="273"/>
            <ac:spMk id="5" creationId="{364ADB1B-A688-B8DA-B0B7-34034C67FF93}"/>
          </ac:spMkLst>
        </pc:spChg>
        <pc:picChg chg="add mod ord">
          <ac:chgData name="Ricardo Reyes" userId="56f37065d8af0f37" providerId="LiveId" clId="{9CCF5F94-A532-4CC5-9A9A-85F6CEF4B52C}" dt="2026-02-20T22:15:38.482" v="1016" actId="22"/>
          <ac:picMkLst>
            <pc:docMk/>
            <pc:sldMk cId="102562108" sldId="273"/>
            <ac:picMk id="7" creationId="{A50FF200-8338-8A71-9AE6-5A54A8DAD1DC}"/>
          </ac:picMkLst>
        </pc:pic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57E151-61AC-4198-81FC-22CD325E1E51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8029DFA-B84B-498D-A0A1-FDDFF6B05348}">
      <dgm:prSet/>
      <dgm:spPr/>
      <dgm:t>
        <a:bodyPr/>
        <a:lstStyle/>
        <a:p>
          <a:pPr algn="l"/>
          <a:r>
            <a:rPr lang="en-US" dirty="0">
              <a:solidFill>
                <a:schemeClr val="tx1"/>
              </a:solidFill>
            </a:rPr>
            <a:t>10% of claims drive disproportionate loss volatility</a:t>
          </a:r>
        </a:p>
      </dgm:t>
    </dgm:pt>
    <dgm:pt modelId="{BEC2E330-2C70-4908-BB7F-C4812E5001B6}" type="parTrans" cxnId="{E06BDD04-A70F-470D-AA42-BBBC77A02B6B}">
      <dgm:prSet/>
      <dgm:spPr/>
      <dgm:t>
        <a:bodyPr/>
        <a:lstStyle/>
        <a:p>
          <a:endParaRPr lang="en-US"/>
        </a:p>
      </dgm:t>
    </dgm:pt>
    <dgm:pt modelId="{57AD2579-532C-4159-8647-4C997E9C33DC}" type="sibTrans" cxnId="{E06BDD04-A70F-470D-AA42-BBBC77A02B6B}">
      <dgm:prSet/>
      <dgm:spPr/>
      <dgm:t>
        <a:bodyPr/>
        <a:lstStyle/>
        <a:p>
          <a:endParaRPr lang="en-US"/>
        </a:p>
      </dgm:t>
    </dgm:pt>
    <dgm:pt modelId="{F62D8033-EE3A-4784-B453-03E2B354A601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Reactive handling increases payout severity</a:t>
          </a:r>
        </a:p>
      </dgm:t>
    </dgm:pt>
    <dgm:pt modelId="{55169463-9211-4519-8A35-EFCE779DC4E4}" type="parTrans" cxnId="{652E2F46-5953-476B-B4B2-1D2A733C28D1}">
      <dgm:prSet/>
      <dgm:spPr/>
      <dgm:t>
        <a:bodyPr/>
        <a:lstStyle/>
        <a:p>
          <a:endParaRPr lang="en-US"/>
        </a:p>
      </dgm:t>
    </dgm:pt>
    <dgm:pt modelId="{9F52DA99-2D5E-4AEC-8C97-32931C0946C3}" type="sibTrans" cxnId="{652E2F46-5953-476B-B4B2-1D2A733C28D1}">
      <dgm:prSet/>
      <dgm:spPr/>
      <dgm:t>
        <a:bodyPr/>
        <a:lstStyle/>
        <a:p>
          <a:endParaRPr lang="en-US"/>
        </a:p>
      </dgm:t>
    </dgm:pt>
    <dgm:pt modelId="{A94E06D4-0193-4A21-91B8-8A93DA14AF9A}">
      <dgm:prSet/>
      <dgm:spPr/>
      <dgm:t>
        <a:bodyPr/>
        <a:lstStyle/>
        <a:p>
          <a:r>
            <a:rPr lang="en-US" dirty="0"/>
            <a:t>Limited early risk visibility</a:t>
          </a:r>
        </a:p>
      </dgm:t>
    </dgm:pt>
    <dgm:pt modelId="{A948CF8B-9EA6-408D-B16E-F12263235C19}" type="parTrans" cxnId="{C23B0DF6-F3EA-482B-8DF0-C1BAF4B42E5F}">
      <dgm:prSet/>
      <dgm:spPr/>
      <dgm:t>
        <a:bodyPr/>
        <a:lstStyle/>
        <a:p>
          <a:endParaRPr lang="en-US"/>
        </a:p>
      </dgm:t>
    </dgm:pt>
    <dgm:pt modelId="{AF95A366-A866-40D5-9FBA-2E7AA4E32972}" type="sibTrans" cxnId="{C23B0DF6-F3EA-482B-8DF0-C1BAF4B42E5F}">
      <dgm:prSet/>
      <dgm:spPr/>
      <dgm:t>
        <a:bodyPr/>
        <a:lstStyle/>
        <a:p>
          <a:endParaRPr lang="en-US"/>
        </a:p>
      </dgm:t>
    </dgm:pt>
    <dgm:pt modelId="{6D2486B6-8364-4765-A0E5-A278A3C11D7D}" type="pres">
      <dgm:prSet presAssocID="{8557E151-61AC-4198-81FC-22CD325E1E51}" presName="Name0" presStyleCnt="0">
        <dgm:presLayoutVars>
          <dgm:dir/>
          <dgm:animLvl val="lvl"/>
          <dgm:resizeHandles val="exact"/>
        </dgm:presLayoutVars>
      </dgm:prSet>
      <dgm:spPr/>
    </dgm:pt>
    <dgm:pt modelId="{ADF90C27-5266-45AE-AB02-14CB107EB874}" type="pres">
      <dgm:prSet presAssocID="{A94E06D4-0193-4A21-91B8-8A93DA14AF9A}" presName="boxAndChildren" presStyleCnt="0"/>
      <dgm:spPr/>
    </dgm:pt>
    <dgm:pt modelId="{63116841-FA5F-4D4D-A560-BB8E505137DD}" type="pres">
      <dgm:prSet presAssocID="{A94E06D4-0193-4A21-91B8-8A93DA14AF9A}" presName="parentTextBox" presStyleLbl="node1" presStyleIdx="0" presStyleCnt="3"/>
      <dgm:spPr/>
    </dgm:pt>
    <dgm:pt modelId="{EC06C3A6-71B0-4F09-A7C9-1B0E5ED8EA91}" type="pres">
      <dgm:prSet presAssocID="{9F52DA99-2D5E-4AEC-8C97-32931C0946C3}" presName="sp" presStyleCnt="0"/>
      <dgm:spPr/>
    </dgm:pt>
    <dgm:pt modelId="{3AD4E923-957D-40DA-BEDB-B2DF6696981C}" type="pres">
      <dgm:prSet presAssocID="{F62D8033-EE3A-4784-B453-03E2B354A601}" presName="arrowAndChildren" presStyleCnt="0"/>
      <dgm:spPr/>
    </dgm:pt>
    <dgm:pt modelId="{1DBE78A1-36C9-4D3C-9C3B-C52383B1C5D0}" type="pres">
      <dgm:prSet presAssocID="{F62D8033-EE3A-4784-B453-03E2B354A601}" presName="parentTextArrow" presStyleLbl="node1" presStyleIdx="1" presStyleCnt="3"/>
      <dgm:spPr/>
    </dgm:pt>
    <dgm:pt modelId="{3D86C33E-8411-46C8-9EFE-9A296AFDC151}" type="pres">
      <dgm:prSet presAssocID="{57AD2579-532C-4159-8647-4C997E9C33DC}" presName="sp" presStyleCnt="0"/>
      <dgm:spPr/>
    </dgm:pt>
    <dgm:pt modelId="{254866AE-4AA5-4E45-9DB7-7B8EA74C5F60}" type="pres">
      <dgm:prSet presAssocID="{88029DFA-B84B-498D-A0A1-FDDFF6B05348}" presName="arrowAndChildren" presStyleCnt="0"/>
      <dgm:spPr/>
    </dgm:pt>
    <dgm:pt modelId="{2928AF5C-9E20-496D-B524-A7F7A9998F9B}" type="pres">
      <dgm:prSet presAssocID="{88029DFA-B84B-498D-A0A1-FDDFF6B05348}" presName="parentTextArrow" presStyleLbl="node1" presStyleIdx="2" presStyleCnt="3"/>
      <dgm:spPr/>
    </dgm:pt>
  </dgm:ptLst>
  <dgm:cxnLst>
    <dgm:cxn modelId="{E06BDD04-A70F-470D-AA42-BBBC77A02B6B}" srcId="{8557E151-61AC-4198-81FC-22CD325E1E51}" destId="{88029DFA-B84B-498D-A0A1-FDDFF6B05348}" srcOrd="0" destOrd="0" parTransId="{BEC2E330-2C70-4908-BB7F-C4812E5001B6}" sibTransId="{57AD2579-532C-4159-8647-4C997E9C33DC}"/>
    <dgm:cxn modelId="{C0946B09-44D9-4EBF-9200-87562D0253F3}" type="presOf" srcId="{8557E151-61AC-4198-81FC-22CD325E1E51}" destId="{6D2486B6-8364-4765-A0E5-A278A3C11D7D}" srcOrd="0" destOrd="0" presId="urn:microsoft.com/office/officeart/2005/8/layout/process4"/>
    <dgm:cxn modelId="{D76EBA0D-CE54-461F-8543-14267138E098}" type="presOf" srcId="{88029DFA-B84B-498D-A0A1-FDDFF6B05348}" destId="{2928AF5C-9E20-496D-B524-A7F7A9998F9B}" srcOrd="0" destOrd="0" presId="urn:microsoft.com/office/officeart/2005/8/layout/process4"/>
    <dgm:cxn modelId="{652E2F46-5953-476B-B4B2-1D2A733C28D1}" srcId="{8557E151-61AC-4198-81FC-22CD325E1E51}" destId="{F62D8033-EE3A-4784-B453-03E2B354A601}" srcOrd="1" destOrd="0" parTransId="{55169463-9211-4519-8A35-EFCE779DC4E4}" sibTransId="{9F52DA99-2D5E-4AEC-8C97-32931C0946C3}"/>
    <dgm:cxn modelId="{89A5C3A9-6D93-4A73-BEDF-6819304C9C18}" type="presOf" srcId="{F62D8033-EE3A-4784-B453-03E2B354A601}" destId="{1DBE78A1-36C9-4D3C-9C3B-C52383B1C5D0}" srcOrd="0" destOrd="0" presId="urn:microsoft.com/office/officeart/2005/8/layout/process4"/>
    <dgm:cxn modelId="{C2A0A3D3-9394-41E1-8E5B-5BD19D3CE47D}" type="presOf" srcId="{A94E06D4-0193-4A21-91B8-8A93DA14AF9A}" destId="{63116841-FA5F-4D4D-A560-BB8E505137DD}" srcOrd="0" destOrd="0" presId="urn:microsoft.com/office/officeart/2005/8/layout/process4"/>
    <dgm:cxn modelId="{C23B0DF6-F3EA-482B-8DF0-C1BAF4B42E5F}" srcId="{8557E151-61AC-4198-81FC-22CD325E1E51}" destId="{A94E06D4-0193-4A21-91B8-8A93DA14AF9A}" srcOrd="2" destOrd="0" parTransId="{A948CF8B-9EA6-408D-B16E-F12263235C19}" sibTransId="{AF95A366-A866-40D5-9FBA-2E7AA4E32972}"/>
    <dgm:cxn modelId="{CF2A4590-0493-45DC-9B6F-E0D2BB169B25}" type="presParOf" srcId="{6D2486B6-8364-4765-A0E5-A278A3C11D7D}" destId="{ADF90C27-5266-45AE-AB02-14CB107EB874}" srcOrd="0" destOrd="0" presId="urn:microsoft.com/office/officeart/2005/8/layout/process4"/>
    <dgm:cxn modelId="{4A7833FB-FC2D-4F58-84A9-345191D41578}" type="presParOf" srcId="{ADF90C27-5266-45AE-AB02-14CB107EB874}" destId="{63116841-FA5F-4D4D-A560-BB8E505137DD}" srcOrd="0" destOrd="0" presId="urn:microsoft.com/office/officeart/2005/8/layout/process4"/>
    <dgm:cxn modelId="{3338EDCA-89D5-4640-BD71-44D72E2AF4A6}" type="presParOf" srcId="{6D2486B6-8364-4765-A0E5-A278A3C11D7D}" destId="{EC06C3A6-71B0-4F09-A7C9-1B0E5ED8EA91}" srcOrd="1" destOrd="0" presId="urn:microsoft.com/office/officeart/2005/8/layout/process4"/>
    <dgm:cxn modelId="{1A1C2A8B-CAD1-400A-A45D-F75BB887B5E4}" type="presParOf" srcId="{6D2486B6-8364-4765-A0E5-A278A3C11D7D}" destId="{3AD4E923-957D-40DA-BEDB-B2DF6696981C}" srcOrd="2" destOrd="0" presId="urn:microsoft.com/office/officeart/2005/8/layout/process4"/>
    <dgm:cxn modelId="{13B21D1C-2C28-4587-A2F9-A0D305AB14F1}" type="presParOf" srcId="{3AD4E923-957D-40DA-BEDB-B2DF6696981C}" destId="{1DBE78A1-36C9-4D3C-9C3B-C52383B1C5D0}" srcOrd="0" destOrd="0" presId="urn:microsoft.com/office/officeart/2005/8/layout/process4"/>
    <dgm:cxn modelId="{6D1E45E5-C007-4259-9DD9-F5B76686013B}" type="presParOf" srcId="{6D2486B6-8364-4765-A0E5-A278A3C11D7D}" destId="{3D86C33E-8411-46C8-9EFE-9A296AFDC151}" srcOrd="3" destOrd="0" presId="urn:microsoft.com/office/officeart/2005/8/layout/process4"/>
    <dgm:cxn modelId="{5F51AE3F-44BA-444C-B944-8E7DFB40EA39}" type="presParOf" srcId="{6D2486B6-8364-4765-A0E5-A278A3C11D7D}" destId="{254866AE-4AA5-4E45-9DB7-7B8EA74C5F60}" srcOrd="4" destOrd="0" presId="urn:microsoft.com/office/officeart/2005/8/layout/process4"/>
    <dgm:cxn modelId="{2BBB3F1E-3C1C-42BF-A71F-E1D601C86994}" type="presParOf" srcId="{254866AE-4AA5-4E45-9DB7-7B8EA74C5F60}" destId="{2928AF5C-9E20-496D-B524-A7F7A9998F9B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8F7A19-4540-4AED-A744-20DC9E0CB8D6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C0FCFBC-0794-4D78-9784-48381129BAA9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37,664 claims in evaluation sample</a:t>
          </a:r>
        </a:p>
      </dgm:t>
    </dgm:pt>
    <dgm:pt modelId="{1645F35F-1D2D-45EB-87AC-91A2F0071829}" type="parTrans" cxnId="{6B810F6E-6ECE-49C8-A6DF-708BEFF09507}">
      <dgm:prSet/>
      <dgm:spPr/>
      <dgm:t>
        <a:bodyPr/>
        <a:lstStyle/>
        <a:p>
          <a:endParaRPr lang="en-US"/>
        </a:p>
      </dgm:t>
    </dgm:pt>
    <dgm:pt modelId="{C38017FF-133C-4F70-933F-F1C75BAE4C4A}" type="sibTrans" cxnId="{6B810F6E-6ECE-49C8-A6DF-708BEFF09507}">
      <dgm:prSet/>
      <dgm:spPr/>
      <dgm:t>
        <a:bodyPr/>
        <a:lstStyle/>
        <a:p>
          <a:endParaRPr lang="en-US"/>
        </a:p>
      </dgm:t>
    </dgm:pt>
    <dgm:pt modelId="{065877CA-51F6-43F1-A492-2AA54B8971E1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Approximately 10% classified as high-severity</a:t>
          </a:r>
        </a:p>
      </dgm:t>
    </dgm:pt>
    <dgm:pt modelId="{9EB5125D-999E-44A8-8D48-60D6D7335CDF}" type="parTrans" cxnId="{8399CF5B-D7FC-4F5E-BA35-407D7AD077E7}">
      <dgm:prSet/>
      <dgm:spPr/>
      <dgm:t>
        <a:bodyPr/>
        <a:lstStyle/>
        <a:p>
          <a:endParaRPr lang="en-US"/>
        </a:p>
      </dgm:t>
    </dgm:pt>
    <dgm:pt modelId="{D1A4D616-3612-4CE5-BCF4-418A2E8E7679}" type="sibTrans" cxnId="{8399CF5B-D7FC-4F5E-BA35-407D7AD077E7}">
      <dgm:prSet/>
      <dgm:spPr/>
      <dgm:t>
        <a:bodyPr/>
        <a:lstStyle/>
        <a:p>
          <a:endParaRPr lang="en-US"/>
        </a:p>
      </dgm:t>
    </dgm:pt>
    <dgm:pt modelId="{FDBC502E-E310-4711-ABAD-4A724BB5B294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116 categorical and 14 continuous risk indicators</a:t>
          </a:r>
        </a:p>
      </dgm:t>
    </dgm:pt>
    <dgm:pt modelId="{0E9D4E7D-F65B-4981-8FF9-DB02D1DF29CF}" type="parTrans" cxnId="{31D94764-D5A6-4E01-8D06-ECA2CEC6863D}">
      <dgm:prSet/>
      <dgm:spPr/>
      <dgm:t>
        <a:bodyPr/>
        <a:lstStyle/>
        <a:p>
          <a:endParaRPr lang="en-US"/>
        </a:p>
      </dgm:t>
    </dgm:pt>
    <dgm:pt modelId="{25DC9258-9F5B-4218-9C4D-93A658E17D52}" type="sibTrans" cxnId="{31D94764-D5A6-4E01-8D06-ECA2CEC6863D}">
      <dgm:prSet/>
      <dgm:spPr/>
      <dgm:t>
        <a:bodyPr/>
        <a:lstStyle/>
        <a:p>
          <a:endParaRPr lang="en-US"/>
        </a:p>
      </dgm:t>
    </dgm:pt>
    <dgm:pt modelId="{ADA595B9-8DE3-4273-B13D-5E02342CF9E9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Heavy-tailed loss distribution</a:t>
          </a:r>
        </a:p>
      </dgm:t>
    </dgm:pt>
    <dgm:pt modelId="{577826DC-9811-425F-BD1B-5116CC1BAABF}" type="parTrans" cxnId="{CF48872E-F14E-4449-8C5B-724180993469}">
      <dgm:prSet/>
      <dgm:spPr/>
      <dgm:t>
        <a:bodyPr/>
        <a:lstStyle/>
        <a:p>
          <a:endParaRPr lang="en-US"/>
        </a:p>
      </dgm:t>
    </dgm:pt>
    <dgm:pt modelId="{EE101AEE-3B9F-4A1E-B488-53B5BD9EB42D}" type="sibTrans" cxnId="{CF48872E-F14E-4449-8C5B-724180993469}">
      <dgm:prSet/>
      <dgm:spPr/>
      <dgm:t>
        <a:bodyPr/>
        <a:lstStyle/>
        <a:p>
          <a:endParaRPr lang="en-US"/>
        </a:p>
      </dgm:t>
    </dgm:pt>
    <dgm:pt modelId="{6C8F6D5B-D9FA-4454-9626-290EFAC662B6}" type="pres">
      <dgm:prSet presAssocID="{BD8F7A19-4540-4AED-A744-20DC9E0CB8D6}" presName="diagram" presStyleCnt="0">
        <dgm:presLayoutVars>
          <dgm:dir/>
          <dgm:resizeHandles val="exact"/>
        </dgm:presLayoutVars>
      </dgm:prSet>
      <dgm:spPr/>
    </dgm:pt>
    <dgm:pt modelId="{1C6CCE84-84F0-4D02-99D9-42F406429E89}" type="pres">
      <dgm:prSet presAssocID="{4C0FCFBC-0794-4D78-9784-48381129BAA9}" presName="node" presStyleLbl="node1" presStyleIdx="0" presStyleCnt="4">
        <dgm:presLayoutVars>
          <dgm:bulletEnabled val="1"/>
        </dgm:presLayoutVars>
      </dgm:prSet>
      <dgm:spPr/>
    </dgm:pt>
    <dgm:pt modelId="{5239A10E-816F-4405-8B40-019888FECBE5}" type="pres">
      <dgm:prSet presAssocID="{C38017FF-133C-4F70-933F-F1C75BAE4C4A}" presName="sibTrans" presStyleCnt="0"/>
      <dgm:spPr/>
    </dgm:pt>
    <dgm:pt modelId="{D7353662-D736-416D-8F40-BFFFBE4B8D9E}" type="pres">
      <dgm:prSet presAssocID="{065877CA-51F6-43F1-A492-2AA54B8971E1}" presName="node" presStyleLbl="node1" presStyleIdx="1" presStyleCnt="4">
        <dgm:presLayoutVars>
          <dgm:bulletEnabled val="1"/>
        </dgm:presLayoutVars>
      </dgm:prSet>
      <dgm:spPr/>
    </dgm:pt>
    <dgm:pt modelId="{E4A5323B-B6FA-4E1E-A6CD-995521CF8148}" type="pres">
      <dgm:prSet presAssocID="{D1A4D616-3612-4CE5-BCF4-418A2E8E7679}" presName="sibTrans" presStyleCnt="0"/>
      <dgm:spPr/>
    </dgm:pt>
    <dgm:pt modelId="{4CA2C8F0-023E-4AAA-A31B-6444513458B3}" type="pres">
      <dgm:prSet presAssocID="{FDBC502E-E310-4711-ABAD-4A724BB5B294}" presName="node" presStyleLbl="node1" presStyleIdx="2" presStyleCnt="4">
        <dgm:presLayoutVars>
          <dgm:bulletEnabled val="1"/>
        </dgm:presLayoutVars>
      </dgm:prSet>
      <dgm:spPr/>
    </dgm:pt>
    <dgm:pt modelId="{A53E2B76-6A54-4BBC-B3D5-263314D757BD}" type="pres">
      <dgm:prSet presAssocID="{25DC9258-9F5B-4218-9C4D-93A658E17D52}" presName="sibTrans" presStyleCnt="0"/>
      <dgm:spPr/>
    </dgm:pt>
    <dgm:pt modelId="{6EDF19A7-D587-4D43-8739-C34C596B8321}" type="pres">
      <dgm:prSet presAssocID="{ADA595B9-8DE3-4273-B13D-5E02342CF9E9}" presName="node" presStyleLbl="node1" presStyleIdx="3" presStyleCnt="4">
        <dgm:presLayoutVars>
          <dgm:bulletEnabled val="1"/>
        </dgm:presLayoutVars>
      </dgm:prSet>
      <dgm:spPr/>
    </dgm:pt>
  </dgm:ptLst>
  <dgm:cxnLst>
    <dgm:cxn modelId="{90205829-33FF-4D92-9509-C7C494B9902E}" type="presOf" srcId="{065877CA-51F6-43F1-A492-2AA54B8971E1}" destId="{D7353662-D736-416D-8F40-BFFFBE4B8D9E}" srcOrd="0" destOrd="0" presId="urn:microsoft.com/office/officeart/2005/8/layout/default"/>
    <dgm:cxn modelId="{CF48872E-F14E-4449-8C5B-724180993469}" srcId="{BD8F7A19-4540-4AED-A744-20DC9E0CB8D6}" destId="{ADA595B9-8DE3-4273-B13D-5E02342CF9E9}" srcOrd="3" destOrd="0" parTransId="{577826DC-9811-425F-BD1B-5116CC1BAABF}" sibTransId="{EE101AEE-3B9F-4A1E-B488-53B5BD9EB42D}"/>
    <dgm:cxn modelId="{8399CF5B-D7FC-4F5E-BA35-407D7AD077E7}" srcId="{BD8F7A19-4540-4AED-A744-20DC9E0CB8D6}" destId="{065877CA-51F6-43F1-A492-2AA54B8971E1}" srcOrd="1" destOrd="0" parTransId="{9EB5125D-999E-44A8-8D48-60D6D7335CDF}" sibTransId="{D1A4D616-3612-4CE5-BCF4-418A2E8E7679}"/>
    <dgm:cxn modelId="{31D94764-D5A6-4E01-8D06-ECA2CEC6863D}" srcId="{BD8F7A19-4540-4AED-A744-20DC9E0CB8D6}" destId="{FDBC502E-E310-4711-ABAD-4A724BB5B294}" srcOrd="2" destOrd="0" parTransId="{0E9D4E7D-F65B-4981-8FF9-DB02D1DF29CF}" sibTransId="{25DC9258-9F5B-4218-9C4D-93A658E17D52}"/>
    <dgm:cxn modelId="{6B810F6E-6ECE-49C8-A6DF-708BEFF09507}" srcId="{BD8F7A19-4540-4AED-A744-20DC9E0CB8D6}" destId="{4C0FCFBC-0794-4D78-9784-48381129BAA9}" srcOrd="0" destOrd="0" parTransId="{1645F35F-1D2D-45EB-87AC-91A2F0071829}" sibTransId="{C38017FF-133C-4F70-933F-F1C75BAE4C4A}"/>
    <dgm:cxn modelId="{025B398A-615E-4D1D-9BCF-F1967AE39145}" type="presOf" srcId="{4C0FCFBC-0794-4D78-9784-48381129BAA9}" destId="{1C6CCE84-84F0-4D02-99D9-42F406429E89}" srcOrd="0" destOrd="0" presId="urn:microsoft.com/office/officeart/2005/8/layout/default"/>
    <dgm:cxn modelId="{F4459EA4-58DB-412B-9341-E04D1C8319E0}" type="presOf" srcId="{FDBC502E-E310-4711-ABAD-4A724BB5B294}" destId="{4CA2C8F0-023E-4AAA-A31B-6444513458B3}" srcOrd="0" destOrd="0" presId="urn:microsoft.com/office/officeart/2005/8/layout/default"/>
    <dgm:cxn modelId="{DC414CC5-3134-4AB0-8980-2ADCDF8FA09B}" type="presOf" srcId="{BD8F7A19-4540-4AED-A744-20DC9E0CB8D6}" destId="{6C8F6D5B-D9FA-4454-9626-290EFAC662B6}" srcOrd="0" destOrd="0" presId="urn:microsoft.com/office/officeart/2005/8/layout/default"/>
    <dgm:cxn modelId="{5F35E5FC-A06C-4420-86A2-EC7A7A68D1FB}" type="presOf" srcId="{ADA595B9-8DE3-4273-B13D-5E02342CF9E9}" destId="{6EDF19A7-D587-4D43-8739-C34C596B8321}" srcOrd="0" destOrd="0" presId="urn:microsoft.com/office/officeart/2005/8/layout/default"/>
    <dgm:cxn modelId="{194EA92D-182D-4D3F-BFCA-3D4978DB6A2D}" type="presParOf" srcId="{6C8F6D5B-D9FA-4454-9626-290EFAC662B6}" destId="{1C6CCE84-84F0-4D02-99D9-42F406429E89}" srcOrd="0" destOrd="0" presId="urn:microsoft.com/office/officeart/2005/8/layout/default"/>
    <dgm:cxn modelId="{1A52FC99-8637-4950-BF04-DDF45BA04080}" type="presParOf" srcId="{6C8F6D5B-D9FA-4454-9626-290EFAC662B6}" destId="{5239A10E-816F-4405-8B40-019888FECBE5}" srcOrd="1" destOrd="0" presId="urn:microsoft.com/office/officeart/2005/8/layout/default"/>
    <dgm:cxn modelId="{A90D42EE-A978-4203-9B6F-0669C72B3DC0}" type="presParOf" srcId="{6C8F6D5B-D9FA-4454-9626-290EFAC662B6}" destId="{D7353662-D736-416D-8F40-BFFFBE4B8D9E}" srcOrd="2" destOrd="0" presId="urn:microsoft.com/office/officeart/2005/8/layout/default"/>
    <dgm:cxn modelId="{83D5666B-AA7A-484C-92E0-4BBCC24DEBE7}" type="presParOf" srcId="{6C8F6D5B-D9FA-4454-9626-290EFAC662B6}" destId="{E4A5323B-B6FA-4E1E-A6CD-995521CF8148}" srcOrd="3" destOrd="0" presId="urn:microsoft.com/office/officeart/2005/8/layout/default"/>
    <dgm:cxn modelId="{10BFC385-C662-477D-B0BA-B31112C4059A}" type="presParOf" srcId="{6C8F6D5B-D9FA-4454-9626-290EFAC662B6}" destId="{4CA2C8F0-023E-4AAA-A31B-6444513458B3}" srcOrd="4" destOrd="0" presId="urn:microsoft.com/office/officeart/2005/8/layout/default"/>
    <dgm:cxn modelId="{60CE14CA-6741-4E55-B527-7D406F193353}" type="presParOf" srcId="{6C8F6D5B-D9FA-4454-9626-290EFAC662B6}" destId="{A53E2B76-6A54-4BBC-B3D5-263314D757BD}" srcOrd="5" destOrd="0" presId="urn:microsoft.com/office/officeart/2005/8/layout/default"/>
    <dgm:cxn modelId="{063D6E2D-6ABD-4582-B7D8-D38811729FFB}" type="presParOf" srcId="{6C8F6D5B-D9FA-4454-9626-290EFAC662B6}" destId="{6EDF19A7-D587-4D43-8739-C34C596B8321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B3407F0-7CDA-43CC-9920-0E0FC8F3DA7F}" type="doc">
      <dgm:prSet loTypeId="urn:microsoft.com/office/officeart/2005/8/layout/vList2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8CED64A-47C1-4D32-8D9D-A2DDA1EC896E}">
      <dgm:prSet/>
      <dgm:spPr/>
      <dgm:t>
        <a:bodyPr/>
        <a:lstStyle/>
        <a:p>
          <a:r>
            <a:rPr lang="en-US" dirty="0"/>
            <a:t>Logistic Regression achieved highest ROC-AUC (0.925)</a:t>
          </a:r>
        </a:p>
      </dgm:t>
    </dgm:pt>
    <dgm:pt modelId="{EBCF41CC-84B3-4D4B-95E7-2C279D9A284E}" type="parTrans" cxnId="{91E87D7F-A12B-4A0C-ABE0-DB9D2690FC0D}">
      <dgm:prSet/>
      <dgm:spPr/>
      <dgm:t>
        <a:bodyPr/>
        <a:lstStyle/>
        <a:p>
          <a:endParaRPr lang="en-US"/>
        </a:p>
      </dgm:t>
    </dgm:pt>
    <dgm:pt modelId="{32CADC6F-6C68-4F61-BE7D-7040460D258A}" type="sibTrans" cxnId="{91E87D7F-A12B-4A0C-ABE0-DB9D2690FC0D}">
      <dgm:prSet/>
      <dgm:spPr/>
      <dgm:t>
        <a:bodyPr/>
        <a:lstStyle/>
        <a:p>
          <a:endParaRPr lang="en-US"/>
        </a:p>
      </dgm:t>
    </dgm:pt>
    <dgm:pt modelId="{632D8EB0-CA2E-4604-84B1-264E445C078D}">
      <dgm:prSet/>
      <dgm:spPr/>
      <dgm:t>
        <a:bodyPr/>
        <a:lstStyle/>
        <a:p>
          <a:r>
            <a:rPr lang="en-US" dirty="0"/>
            <a:t>Higher recall than ensemble models</a:t>
          </a:r>
        </a:p>
      </dgm:t>
    </dgm:pt>
    <dgm:pt modelId="{A69C5753-3BA4-4603-B91A-E74F44BC8869}" type="parTrans" cxnId="{0EC0309B-5CE0-4E35-9833-47535767B862}">
      <dgm:prSet/>
      <dgm:spPr/>
      <dgm:t>
        <a:bodyPr/>
        <a:lstStyle/>
        <a:p>
          <a:endParaRPr lang="en-US"/>
        </a:p>
      </dgm:t>
    </dgm:pt>
    <dgm:pt modelId="{D9AEA865-E667-4A84-9A00-8D030E25C809}" type="sibTrans" cxnId="{0EC0309B-5CE0-4E35-9833-47535767B862}">
      <dgm:prSet/>
      <dgm:spPr/>
      <dgm:t>
        <a:bodyPr/>
        <a:lstStyle/>
        <a:p>
          <a:endParaRPr lang="en-US"/>
        </a:p>
      </dgm:t>
    </dgm:pt>
    <dgm:pt modelId="{53176C39-DD77-4861-8DB0-FBC1E07996E4}">
      <dgm:prSet/>
      <dgm:spPr/>
      <dgm:t>
        <a:bodyPr/>
        <a:lstStyle/>
        <a:p>
          <a:r>
            <a:rPr lang="en-US" dirty="0"/>
            <a:t>Selected for interpretability and performance</a:t>
          </a:r>
        </a:p>
      </dgm:t>
    </dgm:pt>
    <dgm:pt modelId="{670977D7-5C16-46B2-B6AB-3B58E9B4E862}" type="parTrans" cxnId="{633988C8-2B02-4336-8C67-F03493F91FC3}">
      <dgm:prSet/>
      <dgm:spPr/>
      <dgm:t>
        <a:bodyPr/>
        <a:lstStyle/>
        <a:p>
          <a:endParaRPr lang="en-US"/>
        </a:p>
      </dgm:t>
    </dgm:pt>
    <dgm:pt modelId="{9BE330BD-7D59-49B9-9189-3C47CDD0807A}" type="sibTrans" cxnId="{633988C8-2B02-4336-8C67-F03493F91FC3}">
      <dgm:prSet/>
      <dgm:spPr/>
      <dgm:t>
        <a:bodyPr/>
        <a:lstStyle/>
        <a:p>
          <a:endParaRPr lang="en-US"/>
        </a:p>
      </dgm:t>
    </dgm:pt>
    <dgm:pt modelId="{A5C415CF-8395-4660-ABCC-F5CBF6B11277}" type="pres">
      <dgm:prSet presAssocID="{BB3407F0-7CDA-43CC-9920-0E0FC8F3DA7F}" presName="linear" presStyleCnt="0">
        <dgm:presLayoutVars>
          <dgm:animLvl val="lvl"/>
          <dgm:resizeHandles val="exact"/>
        </dgm:presLayoutVars>
      </dgm:prSet>
      <dgm:spPr/>
    </dgm:pt>
    <dgm:pt modelId="{1B8F0058-1390-403E-B153-4D3E4800FA81}" type="pres">
      <dgm:prSet presAssocID="{E8CED64A-47C1-4D32-8D9D-A2DDA1EC896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C753AF7-B94C-4944-9FE8-A9018C147591}" type="pres">
      <dgm:prSet presAssocID="{32CADC6F-6C68-4F61-BE7D-7040460D258A}" presName="spacer" presStyleCnt="0"/>
      <dgm:spPr/>
    </dgm:pt>
    <dgm:pt modelId="{7DE170F0-4E4D-4C88-A90C-1B8B2547393A}" type="pres">
      <dgm:prSet presAssocID="{632D8EB0-CA2E-4604-84B1-264E445C078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4593731-623D-4762-BFCA-4FE5CC6F0745}" type="pres">
      <dgm:prSet presAssocID="{D9AEA865-E667-4A84-9A00-8D030E25C809}" presName="spacer" presStyleCnt="0"/>
      <dgm:spPr/>
    </dgm:pt>
    <dgm:pt modelId="{566DE066-06BE-492C-9734-151DD4D34859}" type="pres">
      <dgm:prSet presAssocID="{53176C39-DD77-4861-8DB0-FBC1E07996E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D22190B-24E4-4D01-B6C7-80B403B2EC0A}" type="presOf" srcId="{53176C39-DD77-4861-8DB0-FBC1E07996E4}" destId="{566DE066-06BE-492C-9734-151DD4D34859}" srcOrd="0" destOrd="0" presId="urn:microsoft.com/office/officeart/2005/8/layout/vList2"/>
    <dgm:cxn modelId="{3233957D-9BBD-4EB6-8DAF-1ACB9C0CF0A5}" type="presOf" srcId="{E8CED64A-47C1-4D32-8D9D-A2DDA1EC896E}" destId="{1B8F0058-1390-403E-B153-4D3E4800FA81}" srcOrd="0" destOrd="0" presId="urn:microsoft.com/office/officeart/2005/8/layout/vList2"/>
    <dgm:cxn modelId="{91E87D7F-A12B-4A0C-ABE0-DB9D2690FC0D}" srcId="{BB3407F0-7CDA-43CC-9920-0E0FC8F3DA7F}" destId="{E8CED64A-47C1-4D32-8D9D-A2DDA1EC896E}" srcOrd="0" destOrd="0" parTransId="{EBCF41CC-84B3-4D4B-95E7-2C279D9A284E}" sibTransId="{32CADC6F-6C68-4F61-BE7D-7040460D258A}"/>
    <dgm:cxn modelId="{0EC0309B-5CE0-4E35-9833-47535767B862}" srcId="{BB3407F0-7CDA-43CC-9920-0E0FC8F3DA7F}" destId="{632D8EB0-CA2E-4604-84B1-264E445C078D}" srcOrd="1" destOrd="0" parTransId="{A69C5753-3BA4-4603-B91A-E74F44BC8869}" sibTransId="{D9AEA865-E667-4A84-9A00-8D030E25C809}"/>
    <dgm:cxn modelId="{633988C8-2B02-4336-8C67-F03493F91FC3}" srcId="{BB3407F0-7CDA-43CC-9920-0E0FC8F3DA7F}" destId="{53176C39-DD77-4861-8DB0-FBC1E07996E4}" srcOrd="2" destOrd="0" parTransId="{670977D7-5C16-46B2-B6AB-3B58E9B4E862}" sibTransId="{9BE330BD-7D59-49B9-9189-3C47CDD0807A}"/>
    <dgm:cxn modelId="{73CBBFCB-7286-4A6F-8F2E-5A4701E61307}" type="presOf" srcId="{632D8EB0-CA2E-4604-84B1-264E445C078D}" destId="{7DE170F0-4E4D-4C88-A90C-1B8B2547393A}" srcOrd="0" destOrd="0" presId="urn:microsoft.com/office/officeart/2005/8/layout/vList2"/>
    <dgm:cxn modelId="{84805FFA-BE44-4AF2-95F2-4D47475499FC}" type="presOf" srcId="{BB3407F0-7CDA-43CC-9920-0E0FC8F3DA7F}" destId="{A5C415CF-8395-4660-ABCC-F5CBF6B11277}" srcOrd="0" destOrd="0" presId="urn:microsoft.com/office/officeart/2005/8/layout/vList2"/>
    <dgm:cxn modelId="{3C44BF80-CFA3-42E3-8FE4-B89A4257F189}" type="presParOf" srcId="{A5C415CF-8395-4660-ABCC-F5CBF6B11277}" destId="{1B8F0058-1390-403E-B153-4D3E4800FA81}" srcOrd="0" destOrd="0" presId="urn:microsoft.com/office/officeart/2005/8/layout/vList2"/>
    <dgm:cxn modelId="{BC7F14BB-55CE-47BB-9724-DE3919F537A0}" type="presParOf" srcId="{A5C415CF-8395-4660-ABCC-F5CBF6B11277}" destId="{2C753AF7-B94C-4944-9FE8-A9018C147591}" srcOrd="1" destOrd="0" presId="urn:microsoft.com/office/officeart/2005/8/layout/vList2"/>
    <dgm:cxn modelId="{D685608C-94A6-4EB2-A3E8-12BA0732EE6B}" type="presParOf" srcId="{A5C415CF-8395-4660-ABCC-F5CBF6B11277}" destId="{7DE170F0-4E4D-4C88-A90C-1B8B2547393A}" srcOrd="2" destOrd="0" presId="urn:microsoft.com/office/officeart/2005/8/layout/vList2"/>
    <dgm:cxn modelId="{19AAF6F7-285D-470F-B499-D6828BA642ED}" type="presParOf" srcId="{A5C415CF-8395-4660-ABCC-F5CBF6B11277}" destId="{D4593731-623D-4762-BFCA-4FE5CC6F0745}" srcOrd="3" destOrd="0" presId="urn:microsoft.com/office/officeart/2005/8/layout/vList2"/>
    <dgm:cxn modelId="{8432786D-02EA-45DF-9D79-7ECB9B6E935F}" type="presParOf" srcId="{A5C415CF-8395-4660-ABCC-F5CBF6B11277}" destId="{566DE066-06BE-492C-9734-151DD4D3485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284D4C3-1FB8-4CFC-BF0D-E8C061A5616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44709266-6735-4F12-BF31-7E3D73F67F07}">
      <dgm:prSet/>
      <dgm:spPr/>
      <dgm:t>
        <a:bodyPr/>
        <a:lstStyle/>
        <a:p>
          <a:r>
            <a:rPr lang="en-US"/>
            <a:t>• Default recall: 45% of severe claims detected</a:t>
          </a:r>
        </a:p>
      </dgm:t>
    </dgm:pt>
    <dgm:pt modelId="{2E96A90C-123D-46EA-BE1B-663B6907709A}" type="parTrans" cxnId="{2CAAC276-9D69-48E4-9267-513C8F45B7CC}">
      <dgm:prSet/>
      <dgm:spPr/>
      <dgm:t>
        <a:bodyPr/>
        <a:lstStyle/>
        <a:p>
          <a:endParaRPr lang="en-US"/>
        </a:p>
      </dgm:t>
    </dgm:pt>
    <dgm:pt modelId="{DF6CC616-2C77-4F5A-AC5A-6C5CEAC7550F}" type="sibTrans" cxnId="{2CAAC276-9D69-48E4-9267-513C8F45B7CC}">
      <dgm:prSet/>
      <dgm:spPr/>
      <dgm:t>
        <a:bodyPr/>
        <a:lstStyle/>
        <a:p>
          <a:endParaRPr lang="en-US"/>
        </a:p>
      </dgm:t>
    </dgm:pt>
    <dgm:pt modelId="{7A2F7E8A-0B74-4695-9E48-0124EA286757}">
      <dgm:prSet/>
      <dgm:spPr/>
      <dgm:t>
        <a:bodyPr/>
        <a:lstStyle/>
        <a:p>
          <a:r>
            <a:rPr lang="en-US"/>
            <a:t>• Tuned threshold recall: 62%</a:t>
          </a:r>
        </a:p>
      </dgm:t>
    </dgm:pt>
    <dgm:pt modelId="{CDEC1AAB-1E88-40D3-95AF-E7A72DCC275B}" type="parTrans" cxnId="{F2540027-31B6-4764-BA2D-E1F0AB1ECEC3}">
      <dgm:prSet/>
      <dgm:spPr/>
      <dgm:t>
        <a:bodyPr/>
        <a:lstStyle/>
        <a:p>
          <a:endParaRPr lang="en-US"/>
        </a:p>
      </dgm:t>
    </dgm:pt>
    <dgm:pt modelId="{ADD87790-337A-4530-9000-4B299E5D0365}" type="sibTrans" cxnId="{F2540027-31B6-4764-BA2D-E1F0AB1ECEC3}">
      <dgm:prSet/>
      <dgm:spPr/>
      <dgm:t>
        <a:bodyPr/>
        <a:lstStyle/>
        <a:p>
          <a:endParaRPr lang="en-US"/>
        </a:p>
      </dgm:t>
    </dgm:pt>
    <dgm:pt modelId="{C0FF7CC0-5039-4B34-8D87-D3B18544F6A5}">
      <dgm:prSet/>
      <dgm:spPr/>
      <dgm:t>
        <a:bodyPr/>
        <a:lstStyle/>
        <a:p>
          <a:r>
            <a:rPr lang="en-US"/>
            <a:t>• ~643 additional severe claims identified (test sample)</a:t>
          </a:r>
        </a:p>
      </dgm:t>
    </dgm:pt>
    <dgm:pt modelId="{7E21240D-8C96-4863-9251-D75AA4F09F79}" type="parTrans" cxnId="{78CABC27-38F7-488B-9927-578EEFCEBD00}">
      <dgm:prSet/>
      <dgm:spPr/>
      <dgm:t>
        <a:bodyPr/>
        <a:lstStyle/>
        <a:p>
          <a:endParaRPr lang="en-US"/>
        </a:p>
      </dgm:t>
    </dgm:pt>
    <dgm:pt modelId="{71BF02B6-FF90-45C0-8705-DAC8DC6E88A8}" type="sibTrans" cxnId="{78CABC27-38F7-488B-9927-578EEFCEBD00}">
      <dgm:prSet/>
      <dgm:spPr/>
      <dgm:t>
        <a:bodyPr/>
        <a:lstStyle/>
        <a:p>
          <a:endParaRPr lang="en-US"/>
        </a:p>
      </dgm:t>
    </dgm:pt>
    <dgm:pt modelId="{631E1913-721E-48BD-BCA5-E6023DE85D59}" type="pres">
      <dgm:prSet presAssocID="{8284D4C3-1FB8-4CFC-BF0D-E8C061A56167}" presName="root" presStyleCnt="0">
        <dgm:presLayoutVars>
          <dgm:dir/>
          <dgm:resizeHandles val="exact"/>
        </dgm:presLayoutVars>
      </dgm:prSet>
      <dgm:spPr/>
    </dgm:pt>
    <dgm:pt modelId="{DBEA3F01-FE41-4E21-9BAF-A4396987D3DF}" type="pres">
      <dgm:prSet presAssocID="{44709266-6735-4F12-BF31-7E3D73F67F07}" presName="compNode" presStyleCnt="0"/>
      <dgm:spPr/>
    </dgm:pt>
    <dgm:pt modelId="{17A93460-1156-492B-B687-B25BE103EA6E}" type="pres">
      <dgm:prSet presAssocID="{44709266-6735-4F12-BF31-7E3D73F67F0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mbulance"/>
        </a:ext>
      </dgm:extLst>
    </dgm:pt>
    <dgm:pt modelId="{194C4D09-8B56-4D9B-9D1A-DE4BD841BEE8}" type="pres">
      <dgm:prSet presAssocID="{44709266-6735-4F12-BF31-7E3D73F67F07}" presName="spaceRect" presStyleCnt="0"/>
      <dgm:spPr/>
    </dgm:pt>
    <dgm:pt modelId="{F03F335C-EAF3-4B92-9A86-B61A489B8446}" type="pres">
      <dgm:prSet presAssocID="{44709266-6735-4F12-BF31-7E3D73F67F07}" presName="textRect" presStyleLbl="revTx" presStyleIdx="0" presStyleCnt="3">
        <dgm:presLayoutVars>
          <dgm:chMax val="1"/>
          <dgm:chPref val="1"/>
        </dgm:presLayoutVars>
      </dgm:prSet>
      <dgm:spPr/>
    </dgm:pt>
    <dgm:pt modelId="{70D788F8-BA60-4983-A43A-9230D0009238}" type="pres">
      <dgm:prSet presAssocID="{DF6CC616-2C77-4F5A-AC5A-6C5CEAC7550F}" presName="sibTrans" presStyleCnt="0"/>
      <dgm:spPr/>
    </dgm:pt>
    <dgm:pt modelId="{4737CDFF-CD77-45A3-AA3E-FD4D4CABAC61}" type="pres">
      <dgm:prSet presAssocID="{7A2F7E8A-0B74-4695-9E48-0124EA286757}" presName="compNode" presStyleCnt="0"/>
      <dgm:spPr/>
    </dgm:pt>
    <dgm:pt modelId="{51B34A40-2594-492E-98DD-35479B68F9C5}" type="pres">
      <dgm:prSet presAssocID="{7A2F7E8A-0B74-4695-9E48-0124EA28675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660E67B3-BCA0-4D24-BBF2-C0AA3A5C6BDA}" type="pres">
      <dgm:prSet presAssocID="{7A2F7E8A-0B74-4695-9E48-0124EA286757}" presName="spaceRect" presStyleCnt="0"/>
      <dgm:spPr/>
    </dgm:pt>
    <dgm:pt modelId="{86204577-CCD6-45F0-97CC-FBB4DBC2ECF5}" type="pres">
      <dgm:prSet presAssocID="{7A2F7E8A-0B74-4695-9E48-0124EA286757}" presName="textRect" presStyleLbl="revTx" presStyleIdx="1" presStyleCnt="3">
        <dgm:presLayoutVars>
          <dgm:chMax val="1"/>
          <dgm:chPref val="1"/>
        </dgm:presLayoutVars>
      </dgm:prSet>
      <dgm:spPr/>
    </dgm:pt>
    <dgm:pt modelId="{17959BC7-C517-4B1B-B01F-5FBBA769F417}" type="pres">
      <dgm:prSet presAssocID="{ADD87790-337A-4530-9000-4B299E5D0365}" presName="sibTrans" presStyleCnt="0"/>
      <dgm:spPr/>
    </dgm:pt>
    <dgm:pt modelId="{4EB582BF-2ACD-46E7-B032-0AE4EBDADC4E}" type="pres">
      <dgm:prSet presAssocID="{C0FF7CC0-5039-4B34-8D87-D3B18544F6A5}" presName="compNode" presStyleCnt="0"/>
      <dgm:spPr/>
    </dgm:pt>
    <dgm:pt modelId="{283928BA-F695-49D2-866A-EB9AEA74677B}" type="pres">
      <dgm:prSet presAssocID="{C0FF7CC0-5039-4B34-8D87-D3B18544F6A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BFCCCD8E-8A92-4C0C-8E27-1685C2D7A35C}" type="pres">
      <dgm:prSet presAssocID="{C0FF7CC0-5039-4B34-8D87-D3B18544F6A5}" presName="spaceRect" presStyleCnt="0"/>
      <dgm:spPr/>
    </dgm:pt>
    <dgm:pt modelId="{C60F5F88-AAF7-4EB7-A41C-85C67E876CB4}" type="pres">
      <dgm:prSet presAssocID="{C0FF7CC0-5039-4B34-8D87-D3B18544F6A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2540027-31B6-4764-BA2D-E1F0AB1ECEC3}" srcId="{8284D4C3-1FB8-4CFC-BF0D-E8C061A56167}" destId="{7A2F7E8A-0B74-4695-9E48-0124EA286757}" srcOrd="1" destOrd="0" parTransId="{CDEC1AAB-1E88-40D3-95AF-E7A72DCC275B}" sibTransId="{ADD87790-337A-4530-9000-4B299E5D0365}"/>
    <dgm:cxn modelId="{78CABC27-38F7-488B-9927-578EEFCEBD00}" srcId="{8284D4C3-1FB8-4CFC-BF0D-E8C061A56167}" destId="{C0FF7CC0-5039-4B34-8D87-D3B18544F6A5}" srcOrd="2" destOrd="0" parTransId="{7E21240D-8C96-4863-9251-D75AA4F09F79}" sibTransId="{71BF02B6-FF90-45C0-8705-DAC8DC6E88A8}"/>
    <dgm:cxn modelId="{2C29C839-9FED-463C-93BC-D55330E70F93}" type="presOf" srcId="{C0FF7CC0-5039-4B34-8D87-D3B18544F6A5}" destId="{C60F5F88-AAF7-4EB7-A41C-85C67E876CB4}" srcOrd="0" destOrd="0" presId="urn:microsoft.com/office/officeart/2018/2/layout/IconLabelList"/>
    <dgm:cxn modelId="{2CAAC276-9D69-48E4-9267-513C8F45B7CC}" srcId="{8284D4C3-1FB8-4CFC-BF0D-E8C061A56167}" destId="{44709266-6735-4F12-BF31-7E3D73F67F07}" srcOrd="0" destOrd="0" parTransId="{2E96A90C-123D-46EA-BE1B-663B6907709A}" sibTransId="{DF6CC616-2C77-4F5A-AC5A-6C5CEAC7550F}"/>
    <dgm:cxn modelId="{C61CE097-37BF-45B7-A045-CC1D7135B9E0}" type="presOf" srcId="{7A2F7E8A-0B74-4695-9E48-0124EA286757}" destId="{86204577-CCD6-45F0-97CC-FBB4DBC2ECF5}" srcOrd="0" destOrd="0" presId="urn:microsoft.com/office/officeart/2018/2/layout/IconLabelList"/>
    <dgm:cxn modelId="{47CEB5D4-E7E1-4DFB-B14E-18AB200E5062}" type="presOf" srcId="{44709266-6735-4F12-BF31-7E3D73F67F07}" destId="{F03F335C-EAF3-4B92-9A86-B61A489B8446}" srcOrd="0" destOrd="0" presId="urn:microsoft.com/office/officeart/2018/2/layout/IconLabelList"/>
    <dgm:cxn modelId="{19C021E7-799C-467C-803F-3FBE90E167A3}" type="presOf" srcId="{8284D4C3-1FB8-4CFC-BF0D-E8C061A56167}" destId="{631E1913-721E-48BD-BCA5-E6023DE85D59}" srcOrd="0" destOrd="0" presId="urn:microsoft.com/office/officeart/2018/2/layout/IconLabelList"/>
    <dgm:cxn modelId="{CE6FA0E4-9D68-4495-93FB-6DE9F57D4CC5}" type="presParOf" srcId="{631E1913-721E-48BD-BCA5-E6023DE85D59}" destId="{DBEA3F01-FE41-4E21-9BAF-A4396987D3DF}" srcOrd="0" destOrd="0" presId="urn:microsoft.com/office/officeart/2018/2/layout/IconLabelList"/>
    <dgm:cxn modelId="{0A8F9E47-69B0-4A96-9908-3F6F9BBD4681}" type="presParOf" srcId="{DBEA3F01-FE41-4E21-9BAF-A4396987D3DF}" destId="{17A93460-1156-492B-B687-B25BE103EA6E}" srcOrd="0" destOrd="0" presId="urn:microsoft.com/office/officeart/2018/2/layout/IconLabelList"/>
    <dgm:cxn modelId="{F8F4E063-17E1-4067-9D3C-5ACD8FC8C676}" type="presParOf" srcId="{DBEA3F01-FE41-4E21-9BAF-A4396987D3DF}" destId="{194C4D09-8B56-4D9B-9D1A-DE4BD841BEE8}" srcOrd="1" destOrd="0" presId="urn:microsoft.com/office/officeart/2018/2/layout/IconLabelList"/>
    <dgm:cxn modelId="{A674695A-7D8B-454C-BFE3-193B0DC1F331}" type="presParOf" srcId="{DBEA3F01-FE41-4E21-9BAF-A4396987D3DF}" destId="{F03F335C-EAF3-4B92-9A86-B61A489B8446}" srcOrd="2" destOrd="0" presId="urn:microsoft.com/office/officeart/2018/2/layout/IconLabelList"/>
    <dgm:cxn modelId="{E6013212-17CC-4395-BD0E-75E2E23F98B2}" type="presParOf" srcId="{631E1913-721E-48BD-BCA5-E6023DE85D59}" destId="{70D788F8-BA60-4983-A43A-9230D0009238}" srcOrd="1" destOrd="0" presId="urn:microsoft.com/office/officeart/2018/2/layout/IconLabelList"/>
    <dgm:cxn modelId="{E194FCC7-8906-429F-B4B8-244C3ADC7596}" type="presParOf" srcId="{631E1913-721E-48BD-BCA5-E6023DE85D59}" destId="{4737CDFF-CD77-45A3-AA3E-FD4D4CABAC61}" srcOrd="2" destOrd="0" presId="urn:microsoft.com/office/officeart/2018/2/layout/IconLabelList"/>
    <dgm:cxn modelId="{8696870A-A261-445A-933D-BFA0BE197F35}" type="presParOf" srcId="{4737CDFF-CD77-45A3-AA3E-FD4D4CABAC61}" destId="{51B34A40-2594-492E-98DD-35479B68F9C5}" srcOrd="0" destOrd="0" presId="urn:microsoft.com/office/officeart/2018/2/layout/IconLabelList"/>
    <dgm:cxn modelId="{5E68FCEE-B638-40E8-911D-D035629334E6}" type="presParOf" srcId="{4737CDFF-CD77-45A3-AA3E-FD4D4CABAC61}" destId="{660E67B3-BCA0-4D24-BBF2-C0AA3A5C6BDA}" srcOrd="1" destOrd="0" presId="urn:microsoft.com/office/officeart/2018/2/layout/IconLabelList"/>
    <dgm:cxn modelId="{A4A65847-8D29-4D7D-A46D-626850500E51}" type="presParOf" srcId="{4737CDFF-CD77-45A3-AA3E-FD4D4CABAC61}" destId="{86204577-CCD6-45F0-97CC-FBB4DBC2ECF5}" srcOrd="2" destOrd="0" presId="urn:microsoft.com/office/officeart/2018/2/layout/IconLabelList"/>
    <dgm:cxn modelId="{55E8F293-C002-4B3D-A430-2ECD2A25760E}" type="presParOf" srcId="{631E1913-721E-48BD-BCA5-E6023DE85D59}" destId="{17959BC7-C517-4B1B-B01F-5FBBA769F417}" srcOrd="3" destOrd="0" presId="urn:microsoft.com/office/officeart/2018/2/layout/IconLabelList"/>
    <dgm:cxn modelId="{E33138A2-6E39-4D53-BEB6-8F53B39CAB56}" type="presParOf" srcId="{631E1913-721E-48BD-BCA5-E6023DE85D59}" destId="{4EB582BF-2ACD-46E7-B032-0AE4EBDADC4E}" srcOrd="4" destOrd="0" presId="urn:microsoft.com/office/officeart/2018/2/layout/IconLabelList"/>
    <dgm:cxn modelId="{B2AED2AD-75B9-4CF4-BDE5-E4F14453C06F}" type="presParOf" srcId="{4EB582BF-2ACD-46E7-B032-0AE4EBDADC4E}" destId="{283928BA-F695-49D2-866A-EB9AEA74677B}" srcOrd="0" destOrd="0" presId="urn:microsoft.com/office/officeart/2018/2/layout/IconLabelList"/>
    <dgm:cxn modelId="{E9378C21-6BC9-4435-BF59-36C5DF52A1ED}" type="presParOf" srcId="{4EB582BF-2ACD-46E7-B032-0AE4EBDADC4E}" destId="{BFCCCD8E-8A92-4C0C-8E27-1685C2D7A35C}" srcOrd="1" destOrd="0" presId="urn:microsoft.com/office/officeart/2018/2/layout/IconLabelList"/>
    <dgm:cxn modelId="{F88FC9BD-52D9-4BD3-B0FC-EFDAF6FDAF7F}" type="presParOf" srcId="{4EB582BF-2ACD-46E7-B032-0AE4EBDADC4E}" destId="{C60F5F88-AAF7-4EB7-A41C-85C67E876CB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D5B4BA5-BC77-4A41-853F-9E47FE98ACC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D0C0B50-FBB3-4E95-9706-A5B1672690B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Deploy Logistic Early Warning Model</a:t>
          </a:r>
        </a:p>
      </dgm:t>
    </dgm:pt>
    <dgm:pt modelId="{C1984D89-FAC5-4B64-A8DE-1025E504ABFB}" type="parTrans" cxnId="{9D65CC54-1903-4392-98CA-0750BF826558}">
      <dgm:prSet/>
      <dgm:spPr/>
      <dgm:t>
        <a:bodyPr/>
        <a:lstStyle/>
        <a:p>
          <a:endParaRPr lang="en-US"/>
        </a:p>
      </dgm:t>
    </dgm:pt>
    <dgm:pt modelId="{8F1A3F08-357E-47B4-99D6-3B7DE0C4CE2E}" type="sibTrans" cxnId="{9D65CC54-1903-4392-98CA-0750BF82655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2DD968C-A764-4E72-8FF7-D8152E94D8F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Implement threshold-based triage</a:t>
          </a:r>
        </a:p>
      </dgm:t>
    </dgm:pt>
    <dgm:pt modelId="{06F06D48-A540-4635-AFE1-E9EBB5DAD381}" type="parTrans" cxnId="{473A40AF-A2F4-4E04-B29F-F674ECEC25E7}">
      <dgm:prSet/>
      <dgm:spPr/>
      <dgm:t>
        <a:bodyPr/>
        <a:lstStyle/>
        <a:p>
          <a:endParaRPr lang="en-US"/>
        </a:p>
      </dgm:t>
    </dgm:pt>
    <dgm:pt modelId="{6E3AB5A0-1FE7-497F-9AB0-B61D4126C96B}" type="sibTrans" cxnId="{473A40AF-A2F4-4E04-B29F-F674ECEC25E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EFFA9D9-E766-4AD6-9485-0CA019B7481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• Track recall, precision, and severity reduction</a:t>
          </a:r>
        </a:p>
      </dgm:t>
    </dgm:pt>
    <dgm:pt modelId="{6F9940DF-8770-4458-A6B0-B3E355146798}" type="parTrans" cxnId="{031F2AF9-8BA4-42E3-AF34-75EF07D41507}">
      <dgm:prSet/>
      <dgm:spPr/>
      <dgm:t>
        <a:bodyPr/>
        <a:lstStyle/>
        <a:p>
          <a:endParaRPr lang="en-US"/>
        </a:p>
      </dgm:t>
    </dgm:pt>
    <dgm:pt modelId="{46102AB1-3439-4729-9E12-AFD1AB5D4F1C}" type="sibTrans" cxnId="{031F2AF9-8BA4-42E3-AF34-75EF07D4150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F676CCD-9406-4BA6-8B3C-9B9AB36D7CD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• Scalable across claim portfolio</a:t>
          </a:r>
        </a:p>
      </dgm:t>
    </dgm:pt>
    <dgm:pt modelId="{5A0E3449-5EEB-4A7E-A165-1E1B70726109}" type="parTrans" cxnId="{21A2C309-DE59-4FBD-B3C6-D1E5E5AEF70F}">
      <dgm:prSet/>
      <dgm:spPr/>
      <dgm:t>
        <a:bodyPr/>
        <a:lstStyle/>
        <a:p>
          <a:endParaRPr lang="en-US"/>
        </a:p>
      </dgm:t>
    </dgm:pt>
    <dgm:pt modelId="{9839D540-9035-4C37-BCDB-216FC7A03EBC}" type="sibTrans" cxnId="{21A2C309-DE59-4FBD-B3C6-D1E5E5AEF70F}">
      <dgm:prSet/>
      <dgm:spPr/>
      <dgm:t>
        <a:bodyPr/>
        <a:lstStyle/>
        <a:p>
          <a:endParaRPr lang="en-US"/>
        </a:p>
      </dgm:t>
    </dgm:pt>
    <dgm:pt modelId="{58704C2F-C110-4384-9789-D03D7A467849}" type="pres">
      <dgm:prSet presAssocID="{1D5B4BA5-BC77-4A41-853F-9E47FE98ACC4}" presName="root" presStyleCnt="0">
        <dgm:presLayoutVars>
          <dgm:dir/>
          <dgm:resizeHandles val="exact"/>
        </dgm:presLayoutVars>
      </dgm:prSet>
      <dgm:spPr/>
    </dgm:pt>
    <dgm:pt modelId="{A0F47C99-B911-4EF2-AF66-8A6FA1AC4344}" type="pres">
      <dgm:prSet presAssocID="{AD0C0B50-FBB3-4E95-9706-A5B1672690B5}" presName="compNode" presStyleCnt="0"/>
      <dgm:spPr/>
    </dgm:pt>
    <dgm:pt modelId="{3B4778C8-92C1-47CB-A037-A3C92EF55E13}" type="pres">
      <dgm:prSet presAssocID="{AD0C0B50-FBB3-4E95-9706-A5B1672690B5}" presName="iconBgRect" presStyleLbl="bgShp" presStyleIdx="0" presStyleCnt="4"/>
      <dgm:spPr/>
    </dgm:pt>
    <dgm:pt modelId="{C2E02415-B177-470C-8B2D-B86D3B05688D}" type="pres">
      <dgm:prSet presAssocID="{AD0C0B50-FBB3-4E95-9706-A5B1672690B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20FD4528-09EB-46E7-B85A-351A7469ECA8}" type="pres">
      <dgm:prSet presAssocID="{AD0C0B50-FBB3-4E95-9706-A5B1672690B5}" presName="spaceRect" presStyleCnt="0"/>
      <dgm:spPr/>
    </dgm:pt>
    <dgm:pt modelId="{1DF4A0F6-6A07-47CD-98CC-27FDF0CA1733}" type="pres">
      <dgm:prSet presAssocID="{AD0C0B50-FBB3-4E95-9706-A5B1672690B5}" presName="textRect" presStyleLbl="revTx" presStyleIdx="0" presStyleCnt="4">
        <dgm:presLayoutVars>
          <dgm:chMax val="1"/>
          <dgm:chPref val="1"/>
        </dgm:presLayoutVars>
      </dgm:prSet>
      <dgm:spPr/>
    </dgm:pt>
    <dgm:pt modelId="{744C9316-2FC8-4073-B0DB-AB6ED5888AA9}" type="pres">
      <dgm:prSet presAssocID="{8F1A3F08-357E-47B4-99D6-3B7DE0C4CE2E}" presName="sibTrans" presStyleCnt="0"/>
      <dgm:spPr/>
    </dgm:pt>
    <dgm:pt modelId="{D42BFE2E-C86A-4652-9A44-A2EAC6A2C10C}" type="pres">
      <dgm:prSet presAssocID="{22DD968C-A764-4E72-8FF7-D8152E94D8F4}" presName="compNode" presStyleCnt="0"/>
      <dgm:spPr/>
    </dgm:pt>
    <dgm:pt modelId="{772F6E60-ADF7-4D2C-8FF1-61474862E0BA}" type="pres">
      <dgm:prSet presAssocID="{22DD968C-A764-4E72-8FF7-D8152E94D8F4}" presName="iconBgRect" presStyleLbl="bgShp" presStyleIdx="1" presStyleCnt="4"/>
      <dgm:spPr/>
    </dgm:pt>
    <dgm:pt modelId="{6B73A87F-35E1-497C-BC23-30BA2BB7FA12}" type="pres">
      <dgm:prSet presAssocID="{22DD968C-A764-4E72-8FF7-D8152E94D8F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mbulance"/>
        </a:ext>
      </dgm:extLst>
    </dgm:pt>
    <dgm:pt modelId="{70C6BFD3-CF37-4139-8DF2-CD274540A60E}" type="pres">
      <dgm:prSet presAssocID="{22DD968C-A764-4E72-8FF7-D8152E94D8F4}" presName="spaceRect" presStyleCnt="0"/>
      <dgm:spPr/>
    </dgm:pt>
    <dgm:pt modelId="{A8A65BEF-2166-40EA-BD15-7CE4319BD393}" type="pres">
      <dgm:prSet presAssocID="{22DD968C-A764-4E72-8FF7-D8152E94D8F4}" presName="textRect" presStyleLbl="revTx" presStyleIdx="1" presStyleCnt="4">
        <dgm:presLayoutVars>
          <dgm:chMax val="1"/>
          <dgm:chPref val="1"/>
        </dgm:presLayoutVars>
      </dgm:prSet>
      <dgm:spPr/>
    </dgm:pt>
    <dgm:pt modelId="{F9D7B856-1B18-462E-944A-5C5EFAA45BB5}" type="pres">
      <dgm:prSet presAssocID="{6E3AB5A0-1FE7-497F-9AB0-B61D4126C96B}" presName="sibTrans" presStyleCnt="0"/>
      <dgm:spPr/>
    </dgm:pt>
    <dgm:pt modelId="{C1564852-2E03-40BE-953F-ACF5F71129B9}" type="pres">
      <dgm:prSet presAssocID="{AEFFA9D9-E766-4AD6-9485-0CA019B74810}" presName="compNode" presStyleCnt="0"/>
      <dgm:spPr/>
    </dgm:pt>
    <dgm:pt modelId="{A1104522-C359-40C1-946D-DF366BBDC61C}" type="pres">
      <dgm:prSet presAssocID="{AEFFA9D9-E766-4AD6-9485-0CA019B74810}" presName="iconBgRect" presStyleLbl="bgShp" presStyleIdx="2" presStyleCnt="4"/>
      <dgm:spPr/>
    </dgm:pt>
    <dgm:pt modelId="{60A72BF5-41C8-4C52-A09F-5222BBFC89D5}" type="pres">
      <dgm:prSet presAssocID="{AEFFA9D9-E766-4AD6-9485-0CA019B7481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49E62BF-DBF4-4EC2-ABFE-90EB7A1AA9C7}" type="pres">
      <dgm:prSet presAssocID="{AEFFA9D9-E766-4AD6-9485-0CA019B74810}" presName="spaceRect" presStyleCnt="0"/>
      <dgm:spPr/>
    </dgm:pt>
    <dgm:pt modelId="{4CEC40C6-04E5-4DA6-85FC-6590D38AA6B6}" type="pres">
      <dgm:prSet presAssocID="{AEFFA9D9-E766-4AD6-9485-0CA019B74810}" presName="textRect" presStyleLbl="revTx" presStyleIdx="2" presStyleCnt="4">
        <dgm:presLayoutVars>
          <dgm:chMax val="1"/>
          <dgm:chPref val="1"/>
        </dgm:presLayoutVars>
      </dgm:prSet>
      <dgm:spPr/>
    </dgm:pt>
    <dgm:pt modelId="{381EFDD7-81B9-4F0D-A5F4-1B0A697D7804}" type="pres">
      <dgm:prSet presAssocID="{46102AB1-3439-4729-9E12-AFD1AB5D4F1C}" presName="sibTrans" presStyleCnt="0"/>
      <dgm:spPr/>
    </dgm:pt>
    <dgm:pt modelId="{982AE997-0F1B-4E0E-8938-B34322E16BE3}" type="pres">
      <dgm:prSet presAssocID="{0F676CCD-9406-4BA6-8B3C-9B9AB36D7CDD}" presName="compNode" presStyleCnt="0"/>
      <dgm:spPr/>
    </dgm:pt>
    <dgm:pt modelId="{FEE53596-3D18-4C37-9E40-57D9D736EA07}" type="pres">
      <dgm:prSet presAssocID="{0F676CCD-9406-4BA6-8B3C-9B9AB36D7CDD}" presName="iconBgRect" presStyleLbl="bgShp" presStyleIdx="3" presStyleCnt="4"/>
      <dgm:spPr/>
    </dgm:pt>
    <dgm:pt modelId="{FC8DA044-1DBE-4719-BB2F-4C43E86A5033}" type="pres">
      <dgm:prSet presAssocID="{0F676CCD-9406-4BA6-8B3C-9B9AB36D7CD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AB996686-2546-4E1E-BF47-DD02A7208917}" type="pres">
      <dgm:prSet presAssocID="{0F676CCD-9406-4BA6-8B3C-9B9AB36D7CDD}" presName="spaceRect" presStyleCnt="0"/>
      <dgm:spPr/>
    </dgm:pt>
    <dgm:pt modelId="{9E1FC499-1B29-473F-8520-6C05D5021B12}" type="pres">
      <dgm:prSet presAssocID="{0F676CCD-9406-4BA6-8B3C-9B9AB36D7CD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1A2C309-DE59-4FBD-B3C6-D1E5E5AEF70F}" srcId="{1D5B4BA5-BC77-4A41-853F-9E47FE98ACC4}" destId="{0F676CCD-9406-4BA6-8B3C-9B9AB36D7CDD}" srcOrd="3" destOrd="0" parTransId="{5A0E3449-5EEB-4A7E-A165-1E1B70726109}" sibTransId="{9839D540-9035-4C37-BCDB-216FC7A03EBC}"/>
    <dgm:cxn modelId="{5E027928-0A69-4F55-8AD7-46863C395CE6}" type="presOf" srcId="{AEFFA9D9-E766-4AD6-9485-0CA019B74810}" destId="{4CEC40C6-04E5-4DA6-85FC-6590D38AA6B6}" srcOrd="0" destOrd="0" presId="urn:microsoft.com/office/officeart/2018/5/layout/IconCircleLabelList"/>
    <dgm:cxn modelId="{9D65CC54-1903-4392-98CA-0750BF826558}" srcId="{1D5B4BA5-BC77-4A41-853F-9E47FE98ACC4}" destId="{AD0C0B50-FBB3-4E95-9706-A5B1672690B5}" srcOrd="0" destOrd="0" parTransId="{C1984D89-FAC5-4B64-A8DE-1025E504ABFB}" sibTransId="{8F1A3F08-357E-47B4-99D6-3B7DE0C4CE2E}"/>
    <dgm:cxn modelId="{4778FA8E-79DA-4363-884E-4D61E56CFB11}" type="presOf" srcId="{22DD968C-A764-4E72-8FF7-D8152E94D8F4}" destId="{A8A65BEF-2166-40EA-BD15-7CE4319BD393}" srcOrd="0" destOrd="0" presId="urn:microsoft.com/office/officeart/2018/5/layout/IconCircleLabelList"/>
    <dgm:cxn modelId="{64063AAD-36B9-45D6-9A46-6EE96FA26D7C}" type="presOf" srcId="{1D5B4BA5-BC77-4A41-853F-9E47FE98ACC4}" destId="{58704C2F-C110-4384-9789-D03D7A467849}" srcOrd="0" destOrd="0" presId="urn:microsoft.com/office/officeart/2018/5/layout/IconCircleLabelList"/>
    <dgm:cxn modelId="{473A40AF-A2F4-4E04-B29F-F674ECEC25E7}" srcId="{1D5B4BA5-BC77-4A41-853F-9E47FE98ACC4}" destId="{22DD968C-A764-4E72-8FF7-D8152E94D8F4}" srcOrd="1" destOrd="0" parTransId="{06F06D48-A540-4635-AFE1-E9EBB5DAD381}" sibTransId="{6E3AB5A0-1FE7-497F-9AB0-B61D4126C96B}"/>
    <dgm:cxn modelId="{F6A89EAF-A43C-4251-A5A3-70FC497A0C07}" type="presOf" srcId="{AD0C0B50-FBB3-4E95-9706-A5B1672690B5}" destId="{1DF4A0F6-6A07-47CD-98CC-27FDF0CA1733}" srcOrd="0" destOrd="0" presId="urn:microsoft.com/office/officeart/2018/5/layout/IconCircleLabelList"/>
    <dgm:cxn modelId="{9099EAE8-7CCE-4496-AB6F-B10E407CD637}" type="presOf" srcId="{0F676CCD-9406-4BA6-8B3C-9B9AB36D7CDD}" destId="{9E1FC499-1B29-473F-8520-6C05D5021B12}" srcOrd="0" destOrd="0" presId="urn:microsoft.com/office/officeart/2018/5/layout/IconCircleLabelList"/>
    <dgm:cxn modelId="{031F2AF9-8BA4-42E3-AF34-75EF07D41507}" srcId="{1D5B4BA5-BC77-4A41-853F-9E47FE98ACC4}" destId="{AEFFA9D9-E766-4AD6-9485-0CA019B74810}" srcOrd="2" destOrd="0" parTransId="{6F9940DF-8770-4458-A6B0-B3E355146798}" sibTransId="{46102AB1-3439-4729-9E12-AFD1AB5D4F1C}"/>
    <dgm:cxn modelId="{3B03E4BC-3157-40C1-866F-1185BB22F988}" type="presParOf" srcId="{58704C2F-C110-4384-9789-D03D7A467849}" destId="{A0F47C99-B911-4EF2-AF66-8A6FA1AC4344}" srcOrd="0" destOrd="0" presId="urn:microsoft.com/office/officeart/2018/5/layout/IconCircleLabelList"/>
    <dgm:cxn modelId="{52271A6E-D4A0-4497-9CC6-8F1DBEA7CE8C}" type="presParOf" srcId="{A0F47C99-B911-4EF2-AF66-8A6FA1AC4344}" destId="{3B4778C8-92C1-47CB-A037-A3C92EF55E13}" srcOrd="0" destOrd="0" presId="urn:microsoft.com/office/officeart/2018/5/layout/IconCircleLabelList"/>
    <dgm:cxn modelId="{0B7DE7A4-7B8C-4154-A72B-79F405FE0D4B}" type="presParOf" srcId="{A0F47C99-B911-4EF2-AF66-8A6FA1AC4344}" destId="{C2E02415-B177-470C-8B2D-B86D3B05688D}" srcOrd="1" destOrd="0" presId="urn:microsoft.com/office/officeart/2018/5/layout/IconCircleLabelList"/>
    <dgm:cxn modelId="{50ED2607-06E8-4865-B677-374DFE76F198}" type="presParOf" srcId="{A0F47C99-B911-4EF2-AF66-8A6FA1AC4344}" destId="{20FD4528-09EB-46E7-B85A-351A7469ECA8}" srcOrd="2" destOrd="0" presId="urn:microsoft.com/office/officeart/2018/5/layout/IconCircleLabelList"/>
    <dgm:cxn modelId="{B5AFF4BC-F22D-4CE8-B501-E7DFD0DD12CB}" type="presParOf" srcId="{A0F47C99-B911-4EF2-AF66-8A6FA1AC4344}" destId="{1DF4A0F6-6A07-47CD-98CC-27FDF0CA1733}" srcOrd="3" destOrd="0" presId="urn:microsoft.com/office/officeart/2018/5/layout/IconCircleLabelList"/>
    <dgm:cxn modelId="{FBFB765F-6B08-4F8F-8C51-82BD69B0B4F2}" type="presParOf" srcId="{58704C2F-C110-4384-9789-D03D7A467849}" destId="{744C9316-2FC8-4073-B0DB-AB6ED5888AA9}" srcOrd="1" destOrd="0" presId="urn:microsoft.com/office/officeart/2018/5/layout/IconCircleLabelList"/>
    <dgm:cxn modelId="{90320651-CBBD-43CC-952C-4E5E0AA96C45}" type="presParOf" srcId="{58704C2F-C110-4384-9789-D03D7A467849}" destId="{D42BFE2E-C86A-4652-9A44-A2EAC6A2C10C}" srcOrd="2" destOrd="0" presId="urn:microsoft.com/office/officeart/2018/5/layout/IconCircleLabelList"/>
    <dgm:cxn modelId="{02C6A8C5-785D-40EE-940D-AD80ABF2E1AF}" type="presParOf" srcId="{D42BFE2E-C86A-4652-9A44-A2EAC6A2C10C}" destId="{772F6E60-ADF7-4D2C-8FF1-61474862E0BA}" srcOrd="0" destOrd="0" presId="urn:microsoft.com/office/officeart/2018/5/layout/IconCircleLabelList"/>
    <dgm:cxn modelId="{56807C91-80F9-4912-8000-936E9F97B43D}" type="presParOf" srcId="{D42BFE2E-C86A-4652-9A44-A2EAC6A2C10C}" destId="{6B73A87F-35E1-497C-BC23-30BA2BB7FA12}" srcOrd="1" destOrd="0" presId="urn:microsoft.com/office/officeart/2018/5/layout/IconCircleLabelList"/>
    <dgm:cxn modelId="{5E3D24EE-7E97-40AA-85CC-BCBA28C3F4B0}" type="presParOf" srcId="{D42BFE2E-C86A-4652-9A44-A2EAC6A2C10C}" destId="{70C6BFD3-CF37-4139-8DF2-CD274540A60E}" srcOrd="2" destOrd="0" presId="urn:microsoft.com/office/officeart/2018/5/layout/IconCircleLabelList"/>
    <dgm:cxn modelId="{BB850701-C5C9-4B69-BD2A-6E9A995F76D9}" type="presParOf" srcId="{D42BFE2E-C86A-4652-9A44-A2EAC6A2C10C}" destId="{A8A65BEF-2166-40EA-BD15-7CE4319BD393}" srcOrd="3" destOrd="0" presId="urn:microsoft.com/office/officeart/2018/5/layout/IconCircleLabelList"/>
    <dgm:cxn modelId="{DA40CF16-C78C-497D-B607-60B44C90CE53}" type="presParOf" srcId="{58704C2F-C110-4384-9789-D03D7A467849}" destId="{F9D7B856-1B18-462E-944A-5C5EFAA45BB5}" srcOrd="3" destOrd="0" presId="urn:microsoft.com/office/officeart/2018/5/layout/IconCircleLabelList"/>
    <dgm:cxn modelId="{B38365C0-EB91-4849-B8F9-AA90D519D8C6}" type="presParOf" srcId="{58704C2F-C110-4384-9789-D03D7A467849}" destId="{C1564852-2E03-40BE-953F-ACF5F71129B9}" srcOrd="4" destOrd="0" presId="urn:microsoft.com/office/officeart/2018/5/layout/IconCircleLabelList"/>
    <dgm:cxn modelId="{94DE7DE1-AC83-4A0E-9C09-0F0260559A63}" type="presParOf" srcId="{C1564852-2E03-40BE-953F-ACF5F71129B9}" destId="{A1104522-C359-40C1-946D-DF366BBDC61C}" srcOrd="0" destOrd="0" presId="urn:microsoft.com/office/officeart/2018/5/layout/IconCircleLabelList"/>
    <dgm:cxn modelId="{B80654A1-5594-44D5-AB4B-7587BB9F2CDE}" type="presParOf" srcId="{C1564852-2E03-40BE-953F-ACF5F71129B9}" destId="{60A72BF5-41C8-4C52-A09F-5222BBFC89D5}" srcOrd="1" destOrd="0" presId="urn:microsoft.com/office/officeart/2018/5/layout/IconCircleLabelList"/>
    <dgm:cxn modelId="{CFD74ED7-4E77-4083-9428-301429A85D1A}" type="presParOf" srcId="{C1564852-2E03-40BE-953F-ACF5F71129B9}" destId="{549E62BF-DBF4-4EC2-ABFE-90EB7A1AA9C7}" srcOrd="2" destOrd="0" presId="urn:microsoft.com/office/officeart/2018/5/layout/IconCircleLabelList"/>
    <dgm:cxn modelId="{AD7B5523-BB8E-408B-AAEF-8B5CB73361BE}" type="presParOf" srcId="{C1564852-2E03-40BE-953F-ACF5F71129B9}" destId="{4CEC40C6-04E5-4DA6-85FC-6590D38AA6B6}" srcOrd="3" destOrd="0" presId="urn:microsoft.com/office/officeart/2018/5/layout/IconCircleLabelList"/>
    <dgm:cxn modelId="{9C215923-687E-4C8C-94C8-E011D771D2CD}" type="presParOf" srcId="{58704C2F-C110-4384-9789-D03D7A467849}" destId="{381EFDD7-81B9-4F0D-A5F4-1B0A697D7804}" srcOrd="5" destOrd="0" presId="urn:microsoft.com/office/officeart/2018/5/layout/IconCircleLabelList"/>
    <dgm:cxn modelId="{8F1C496A-D73D-44BF-A657-29135198BB0F}" type="presParOf" srcId="{58704C2F-C110-4384-9789-D03D7A467849}" destId="{982AE997-0F1B-4E0E-8938-B34322E16BE3}" srcOrd="6" destOrd="0" presId="urn:microsoft.com/office/officeart/2018/5/layout/IconCircleLabelList"/>
    <dgm:cxn modelId="{F946637F-2559-4E92-85B8-CC02FEC899BE}" type="presParOf" srcId="{982AE997-0F1B-4E0E-8938-B34322E16BE3}" destId="{FEE53596-3D18-4C37-9E40-57D9D736EA07}" srcOrd="0" destOrd="0" presId="urn:microsoft.com/office/officeart/2018/5/layout/IconCircleLabelList"/>
    <dgm:cxn modelId="{B24D06EE-0E4D-4973-A84B-97117C5C2667}" type="presParOf" srcId="{982AE997-0F1B-4E0E-8938-B34322E16BE3}" destId="{FC8DA044-1DBE-4719-BB2F-4C43E86A5033}" srcOrd="1" destOrd="0" presId="urn:microsoft.com/office/officeart/2018/5/layout/IconCircleLabelList"/>
    <dgm:cxn modelId="{F8DB3F91-9843-42AB-B805-AA3DB2FEB828}" type="presParOf" srcId="{982AE997-0F1B-4E0E-8938-B34322E16BE3}" destId="{AB996686-2546-4E1E-BF47-DD02A7208917}" srcOrd="2" destOrd="0" presId="urn:microsoft.com/office/officeart/2018/5/layout/IconCircleLabelList"/>
    <dgm:cxn modelId="{22A47A9C-E057-4503-9187-DC940B1275E1}" type="presParOf" srcId="{982AE997-0F1B-4E0E-8938-B34322E16BE3}" destId="{9E1FC499-1B29-473F-8520-6C05D5021B1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116841-FA5F-4D4D-A560-BB8E505137DD}">
      <dsp:nvSpPr>
        <dsp:cNvPr id="0" name=""/>
        <dsp:cNvSpPr/>
      </dsp:nvSpPr>
      <dsp:spPr>
        <a:xfrm>
          <a:off x="0" y="4274295"/>
          <a:ext cx="4358346" cy="1402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Limited early risk visibility</a:t>
          </a:r>
        </a:p>
      </dsp:txBody>
      <dsp:txXfrm>
        <a:off x="0" y="4274295"/>
        <a:ext cx="4358346" cy="1402919"/>
      </dsp:txXfrm>
    </dsp:sp>
    <dsp:sp modelId="{1DBE78A1-36C9-4D3C-9C3B-C52383B1C5D0}">
      <dsp:nvSpPr>
        <dsp:cNvPr id="0" name=""/>
        <dsp:cNvSpPr/>
      </dsp:nvSpPr>
      <dsp:spPr>
        <a:xfrm rot="10800000">
          <a:off x="0" y="2137649"/>
          <a:ext cx="4358346" cy="2157689"/>
        </a:xfrm>
        <a:prstGeom prst="upArrowCallou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tx1"/>
              </a:solidFill>
            </a:rPr>
            <a:t>Reactive handling increases payout severity</a:t>
          </a:r>
        </a:p>
      </dsp:txBody>
      <dsp:txXfrm rot="10800000">
        <a:off x="0" y="2137649"/>
        <a:ext cx="4358346" cy="1402002"/>
      </dsp:txXfrm>
    </dsp:sp>
    <dsp:sp modelId="{2928AF5C-9E20-496D-B524-A7F7A9998F9B}">
      <dsp:nvSpPr>
        <dsp:cNvPr id="0" name=""/>
        <dsp:cNvSpPr/>
      </dsp:nvSpPr>
      <dsp:spPr>
        <a:xfrm rot="10800000">
          <a:off x="0" y="1003"/>
          <a:ext cx="4358346" cy="2157689"/>
        </a:xfrm>
        <a:prstGeom prst="upArrowCallou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tx1"/>
              </a:solidFill>
            </a:rPr>
            <a:t>10% of claims drive disproportionate loss volatility</a:t>
          </a:r>
        </a:p>
      </dsp:txBody>
      <dsp:txXfrm rot="10800000">
        <a:off x="0" y="1003"/>
        <a:ext cx="4358346" cy="14020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6CCE84-84F0-4D02-99D9-42F406429E89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</a:rPr>
            <a:t>37,664 claims in evaluation sample</a:t>
          </a:r>
        </a:p>
      </dsp:txBody>
      <dsp:txXfrm>
        <a:off x="429570" y="472"/>
        <a:ext cx="3346456" cy="2007873"/>
      </dsp:txXfrm>
    </dsp:sp>
    <dsp:sp modelId="{D7353662-D736-416D-8F40-BFFFBE4B8D9E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</a:rPr>
            <a:t>Approximately 10% classified as high-severity</a:t>
          </a:r>
        </a:p>
      </dsp:txBody>
      <dsp:txXfrm>
        <a:off x="4110672" y="472"/>
        <a:ext cx="3346456" cy="2007873"/>
      </dsp:txXfrm>
    </dsp:sp>
    <dsp:sp modelId="{4CA2C8F0-023E-4AAA-A31B-6444513458B3}">
      <dsp:nvSpPr>
        <dsp:cNvPr id="0" name=""/>
        <dsp:cNvSpPr/>
      </dsp:nvSpPr>
      <dsp:spPr>
        <a:xfrm>
          <a:off x="429570" y="2342991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</a:rPr>
            <a:t>116 categorical and 14 continuous risk indicators</a:t>
          </a:r>
        </a:p>
      </dsp:txBody>
      <dsp:txXfrm>
        <a:off x="429570" y="2342991"/>
        <a:ext cx="3346456" cy="2007873"/>
      </dsp:txXfrm>
    </dsp:sp>
    <dsp:sp modelId="{6EDF19A7-D587-4D43-8739-C34C596B8321}">
      <dsp:nvSpPr>
        <dsp:cNvPr id="0" name=""/>
        <dsp:cNvSpPr/>
      </dsp:nvSpPr>
      <dsp:spPr>
        <a:xfrm>
          <a:off x="4110672" y="2342991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</a:rPr>
            <a:t>Heavy-tailed loss distribution</a:t>
          </a:r>
        </a:p>
      </dsp:txBody>
      <dsp:txXfrm>
        <a:off x="4110672" y="2342991"/>
        <a:ext cx="3346456" cy="20078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8F0058-1390-403E-B153-4D3E4800FA81}">
      <dsp:nvSpPr>
        <dsp:cNvPr id="0" name=""/>
        <dsp:cNvSpPr/>
      </dsp:nvSpPr>
      <dsp:spPr>
        <a:xfrm>
          <a:off x="0" y="24298"/>
          <a:ext cx="7886700" cy="13127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Logistic Regression achieved highest ROC-AUC (0.925)</a:t>
          </a:r>
        </a:p>
      </dsp:txBody>
      <dsp:txXfrm>
        <a:off x="64083" y="88381"/>
        <a:ext cx="7758534" cy="1184574"/>
      </dsp:txXfrm>
    </dsp:sp>
    <dsp:sp modelId="{7DE170F0-4E4D-4C88-A90C-1B8B2547393A}">
      <dsp:nvSpPr>
        <dsp:cNvPr id="0" name=""/>
        <dsp:cNvSpPr/>
      </dsp:nvSpPr>
      <dsp:spPr>
        <a:xfrm>
          <a:off x="0" y="1432078"/>
          <a:ext cx="7886700" cy="13127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Higher recall than ensemble models</a:t>
          </a:r>
        </a:p>
      </dsp:txBody>
      <dsp:txXfrm>
        <a:off x="64083" y="1496161"/>
        <a:ext cx="7758534" cy="1184574"/>
      </dsp:txXfrm>
    </dsp:sp>
    <dsp:sp modelId="{566DE066-06BE-492C-9734-151DD4D34859}">
      <dsp:nvSpPr>
        <dsp:cNvPr id="0" name=""/>
        <dsp:cNvSpPr/>
      </dsp:nvSpPr>
      <dsp:spPr>
        <a:xfrm>
          <a:off x="0" y="2839858"/>
          <a:ext cx="7886700" cy="13127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Selected for interpretability and performance</a:t>
          </a:r>
        </a:p>
      </dsp:txBody>
      <dsp:txXfrm>
        <a:off x="64083" y="2903941"/>
        <a:ext cx="7758534" cy="11845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A93460-1156-492B-B687-B25BE103EA6E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3F335C-EAF3-4B92-9A86-B61A489B8446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Default recall: 45% of severe claims detected</a:t>
          </a:r>
        </a:p>
      </dsp:txBody>
      <dsp:txXfrm>
        <a:off x="78583" y="2435142"/>
        <a:ext cx="2399612" cy="720000"/>
      </dsp:txXfrm>
    </dsp:sp>
    <dsp:sp modelId="{51B34A40-2594-492E-98DD-35479B68F9C5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204577-CCD6-45F0-97CC-FBB4DBC2ECF5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Tuned threshold recall: 62%</a:t>
          </a:r>
        </a:p>
      </dsp:txBody>
      <dsp:txXfrm>
        <a:off x="2898129" y="2435142"/>
        <a:ext cx="2399612" cy="720000"/>
      </dsp:txXfrm>
    </dsp:sp>
    <dsp:sp modelId="{283928BA-F695-49D2-866A-EB9AEA74677B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F5F88-AAF7-4EB7-A41C-85C67E876CB4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~643 additional severe claims identified (test sample)</a:t>
          </a:r>
        </a:p>
      </dsp:txBody>
      <dsp:txXfrm>
        <a:off x="5717674" y="2435142"/>
        <a:ext cx="2399612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4778C8-92C1-47CB-A037-A3C92EF55E13}">
      <dsp:nvSpPr>
        <dsp:cNvPr id="0" name=""/>
        <dsp:cNvSpPr/>
      </dsp:nvSpPr>
      <dsp:spPr>
        <a:xfrm>
          <a:off x="341781" y="1130473"/>
          <a:ext cx="1062615" cy="10626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E02415-B177-470C-8B2D-B86D3B05688D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F4A0F6-6A07-47CD-98CC-27FDF0CA1733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Deploy Logistic Early Warning Model</a:t>
          </a:r>
        </a:p>
      </dsp:txBody>
      <dsp:txXfrm>
        <a:off x="2092" y="2524067"/>
        <a:ext cx="1741992" cy="696796"/>
      </dsp:txXfrm>
    </dsp:sp>
    <dsp:sp modelId="{772F6E60-ADF7-4D2C-8FF1-61474862E0BA}">
      <dsp:nvSpPr>
        <dsp:cNvPr id="0" name=""/>
        <dsp:cNvSpPr/>
      </dsp:nvSpPr>
      <dsp:spPr>
        <a:xfrm>
          <a:off x="2388621" y="1130473"/>
          <a:ext cx="1062615" cy="10626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73A87F-35E1-497C-BC23-30BA2BB7FA12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A65BEF-2166-40EA-BD15-7CE4319BD393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Implement threshold-based triage</a:t>
          </a:r>
        </a:p>
      </dsp:txBody>
      <dsp:txXfrm>
        <a:off x="2048933" y="2524067"/>
        <a:ext cx="1741992" cy="696796"/>
      </dsp:txXfrm>
    </dsp:sp>
    <dsp:sp modelId="{A1104522-C359-40C1-946D-DF366BBDC61C}">
      <dsp:nvSpPr>
        <dsp:cNvPr id="0" name=""/>
        <dsp:cNvSpPr/>
      </dsp:nvSpPr>
      <dsp:spPr>
        <a:xfrm>
          <a:off x="4435462" y="1130473"/>
          <a:ext cx="1062615" cy="10626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A72BF5-41C8-4C52-A09F-5222BBFC89D5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EC40C6-04E5-4DA6-85FC-6590D38AA6B6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• Track recall, precision, and severity reduction</a:t>
          </a:r>
        </a:p>
      </dsp:txBody>
      <dsp:txXfrm>
        <a:off x="4095774" y="2524067"/>
        <a:ext cx="1741992" cy="696796"/>
      </dsp:txXfrm>
    </dsp:sp>
    <dsp:sp modelId="{FEE53596-3D18-4C37-9E40-57D9D736EA07}">
      <dsp:nvSpPr>
        <dsp:cNvPr id="0" name=""/>
        <dsp:cNvSpPr/>
      </dsp:nvSpPr>
      <dsp:spPr>
        <a:xfrm>
          <a:off x="6482303" y="1130473"/>
          <a:ext cx="1062615" cy="10626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8DA044-1DBE-4719-BB2F-4C43E86A5033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1FC499-1B29-473F-8520-6C05D5021B12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• Scalable across claim portfolio</a:t>
          </a:r>
        </a:p>
      </dsp:txBody>
      <dsp:txXfrm>
        <a:off x="6142615" y="2524067"/>
        <a:ext cx="1741992" cy="696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74FCE6-50E5-4EC8-B6D7-3C4B8FA12ABC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6FF976-C6BA-4B2B-9D77-FFA9C7F30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963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</a:t>
            </a:r>
            <a:r>
              <a:rPr lang="en-US" dirty="0" err="1"/>
              <a:t>moring</a:t>
            </a:r>
            <a:r>
              <a:rPr lang="en-US" dirty="0"/>
              <a:t>!</a:t>
            </a:r>
          </a:p>
          <a:p>
            <a:endParaRPr lang="en-US" dirty="0"/>
          </a:p>
          <a:p>
            <a:r>
              <a:rPr lang="en-US" dirty="0"/>
              <a:t>Today I’ll present a predictive early warning system designed to identify high-severity property claims early in their lifecycle and reduce overall loss exposure.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FF976-C6BA-4B2B-9D77-FFA9C7F30E3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79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we begin, </a:t>
            </a:r>
            <a:r>
              <a:rPr lang="en-US"/>
              <a:t>my name Ricky </a:t>
            </a:r>
            <a:r>
              <a:rPr lang="en-US" dirty="0"/>
              <a:t>Reyes.</a:t>
            </a:r>
          </a:p>
          <a:p>
            <a:endParaRPr lang="en-US" dirty="0"/>
          </a:p>
          <a:p>
            <a:r>
              <a:rPr lang="en-US" dirty="0"/>
              <a:t>For 28 years, I’ve had the privilege of leading, supporting, and solving problems across the Property and Casualty insurance industry.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FF976-C6BA-4B2B-9D77-FFA9C7F30E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320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if we could identify which property claims are going to become high-severity before costs escalate — and intervene early enough to materially reduce the payout?</a:t>
            </a:r>
          </a:p>
          <a:p>
            <a:endParaRPr lang="en-US" dirty="0"/>
          </a:p>
          <a:p>
            <a:r>
              <a:rPr lang="en-US" dirty="0"/>
              <a:t>Today, I’ll walk through a predictive early warning system designed to do exactly that — identify high-risk claims early in their lifecycle and reduce overall loss </a:t>
            </a:r>
            <a:r>
              <a:rPr lang="en-US" dirty="0" err="1"/>
              <a:t>vol_a_til_ity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FF976-C6BA-4B2B-9D77-FFA9C7F30E3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74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our portfolio, roughly 10% of claims drive a </a:t>
            </a:r>
            <a:r>
              <a:rPr lang="en-US" dirty="0" err="1"/>
              <a:t>dis_pro_portion_ate</a:t>
            </a:r>
            <a:r>
              <a:rPr lang="en-US" dirty="0"/>
              <a:t> share of total loss </a:t>
            </a:r>
            <a:r>
              <a:rPr lang="en-US" dirty="0" err="1"/>
              <a:t>vol_a_til_ity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These severe claims escalate quickly. And in many cases, by the time they are clearly severe, the opportunity to influence outcome has narrowed.</a:t>
            </a:r>
          </a:p>
          <a:p>
            <a:endParaRPr lang="en-US" dirty="0"/>
          </a:p>
          <a:p>
            <a:r>
              <a:rPr lang="en-US" dirty="0"/>
              <a:t>The challenge is not identifying severe claims — it’s identifying them early enough to change the trajectory.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FF976-C6BA-4B2B-9D77-FFA9C7F30E3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699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we can predict which claims are likely to become severe early in their lifecycle, we can prioritize proactive intervention.</a:t>
            </a:r>
          </a:p>
          <a:p>
            <a:endParaRPr lang="en-US" dirty="0"/>
          </a:p>
          <a:p>
            <a:r>
              <a:rPr lang="en-US" dirty="0"/>
              <a:t>That could mean earlier adjuster engagement, specialized handling, vendor management, or escalation review.</a:t>
            </a:r>
          </a:p>
          <a:p>
            <a:endParaRPr lang="en-US" dirty="0"/>
          </a:p>
          <a:p>
            <a:r>
              <a:rPr lang="en-US" dirty="0"/>
              <a:t>The objective is simple: intervene before severity compounds.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FF976-C6BA-4B2B-9D77-FFA9C7F30E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620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evaluate this opportunity, I analyzed over 37,000 claims, with approximately 10% classified as high-severity.</a:t>
            </a:r>
          </a:p>
          <a:p>
            <a:endParaRPr lang="en-US" dirty="0"/>
          </a:p>
          <a:p>
            <a:r>
              <a:rPr lang="en-US" dirty="0"/>
              <a:t>The dataset includes more than 130 structured risk variables — categorical and continuous indicators related to claim characteristics.</a:t>
            </a:r>
          </a:p>
          <a:p>
            <a:endParaRPr lang="en-US" dirty="0"/>
          </a:p>
          <a:p>
            <a:r>
              <a:rPr lang="en-US" dirty="0"/>
              <a:t>Importantly, the loss distribution confirms a heavy-tail pattern. A small percentage of claims generate outsized financial impact.</a:t>
            </a:r>
          </a:p>
          <a:p>
            <a:endParaRPr lang="en-US" dirty="0"/>
          </a:p>
          <a:p>
            <a:r>
              <a:rPr lang="en-US" dirty="0"/>
              <a:t>That makes predictive stratification especially valuable.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FF976-C6BA-4B2B-9D77-FFA9C7F30E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2047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evaluated three modeling approaches:</a:t>
            </a:r>
          </a:p>
          <a:p>
            <a:r>
              <a:rPr lang="en-US" dirty="0"/>
              <a:t>Logistic Regression, Random Forest, and Gradient Boosting.</a:t>
            </a:r>
          </a:p>
          <a:p>
            <a:endParaRPr lang="en-US" dirty="0"/>
          </a:p>
          <a:p>
            <a:r>
              <a:rPr lang="en-US" dirty="0"/>
              <a:t>Each model was assessed using discrimination metrics — specifically ROC-AUC — and operational detection metrics such as recall and precision.</a:t>
            </a:r>
          </a:p>
          <a:p>
            <a:endParaRPr lang="en-US" dirty="0"/>
          </a:p>
          <a:p>
            <a:r>
              <a:rPr lang="en-US" dirty="0"/>
              <a:t>Given the imbalance in the data, accuracy was not used as a primary decision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FF976-C6BA-4B2B-9D77-FFA9C7F30E3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069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 Regression achieved the highest ROC-AUC at 0.925.</a:t>
            </a:r>
          </a:p>
          <a:p>
            <a:endParaRPr lang="en-US" dirty="0"/>
          </a:p>
          <a:p>
            <a:r>
              <a:rPr lang="en-US" dirty="0"/>
              <a:t>Both ensemble models performed well but did not meaningfully outperform the logistic model.</a:t>
            </a:r>
          </a:p>
          <a:p>
            <a:endParaRPr lang="en-US" dirty="0"/>
          </a:p>
          <a:p>
            <a:r>
              <a:rPr lang="en-US" dirty="0"/>
              <a:t>In addition, Logistic Regression demonstrated stronger severe-claim detection performance and offers interpretability — which is critical for operational adoption.</a:t>
            </a:r>
          </a:p>
          <a:p>
            <a:endParaRPr lang="en-US" dirty="0"/>
          </a:p>
          <a:p>
            <a:r>
              <a:rPr lang="en-US" dirty="0"/>
              <a:t>Based on performance and practicality, Logistic Regression was selected.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FF976-C6BA-4B2B-9D77-FFA9C7F30E3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192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performance alone is only part of the story.</a:t>
            </a:r>
          </a:p>
          <a:p>
            <a:endParaRPr lang="en-US" dirty="0"/>
          </a:p>
          <a:p>
            <a:r>
              <a:rPr lang="en-US" dirty="0"/>
              <a:t>The key operational lever is threshold selection — determining how aggressively we classify claims as high risk.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FF976-C6BA-4B2B-9D77-FFA9C7F30E3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153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the default threshold, the model detects about 45% of severe claims.</a:t>
            </a:r>
          </a:p>
          <a:p>
            <a:endParaRPr lang="en-US" dirty="0"/>
          </a:p>
          <a:p>
            <a:r>
              <a:rPr lang="en-US" dirty="0"/>
              <a:t>By adjusting the threshold strategically, detection increases to 62%.</a:t>
            </a:r>
          </a:p>
          <a:p>
            <a:endParaRPr lang="en-US" dirty="0"/>
          </a:p>
          <a:p>
            <a:r>
              <a:rPr lang="en-US" dirty="0"/>
              <a:t>That represents 643 additional severe claims identified in this evaluation sample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FF976-C6BA-4B2B-9D77-FFA9C7F30E3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3122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system is configurable.</a:t>
            </a:r>
          </a:p>
          <a:p>
            <a:endParaRPr lang="en-US" dirty="0"/>
          </a:p>
          <a:p>
            <a:r>
              <a:rPr lang="en-US" dirty="0"/>
              <a:t>Leadership can calibrate the threshold based on operational capacity and appetite for risk detection.</a:t>
            </a:r>
          </a:p>
          <a:p>
            <a:endParaRPr lang="en-US" dirty="0"/>
          </a:p>
          <a:p>
            <a:r>
              <a:rPr lang="en-US" dirty="0"/>
              <a:t>Lower thresholds increase detection but expand workload.</a:t>
            </a:r>
          </a:p>
          <a:p>
            <a:endParaRPr lang="en-US" dirty="0"/>
          </a:p>
          <a:p>
            <a:r>
              <a:rPr lang="en-US" dirty="0"/>
              <a:t>Higher thresholds reduce workload but may miss severe claims.</a:t>
            </a:r>
          </a:p>
          <a:p>
            <a:endParaRPr lang="en-US" dirty="0"/>
          </a:p>
          <a:p>
            <a:r>
              <a:rPr lang="en-US" dirty="0"/>
              <a:t>This flexibility turns the model into a controllable risk management lever rather than a fixed decision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FF976-C6BA-4B2B-9D77-FFA9C7F30E3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1793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financial implications are meaningful.</a:t>
            </a:r>
          </a:p>
          <a:p>
            <a:endParaRPr lang="en-US" dirty="0"/>
          </a:p>
          <a:p>
            <a:r>
              <a:rPr lang="en-US" dirty="0"/>
              <a:t>If early intervention reduces severe claim severity by just $1,000 per claim, the scaled annual impact is approximately $6.4 million.</a:t>
            </a:r>
          </a:p>
          <a:p>
            <a:endParaRPr lang="en-US" dirty="0"/>
          </a:p>
          <a:p>
            <a:r>
              <a:rPr lang="en-US" dirty="0"/>
              <a:t>At $2,000 per claim, impact exceeds $12 million.</a:t>
            </a:r>
          </a:p>
          <a:p>
            <a:endParaRPr lang="en-US" dirty="0"/>
          </a:p>
          <a:p>
            <a:r>
              <a:rPr lang="en-US" dirty="0"/>
              <a:t>At $5,000 per claim, the impact exceeds $30 million annually.</a:t>
            </a:r>
          </a:p>
          <a:p>
            <a:endParaRPr lang="en-US" dirty="0"/>
          </a:p>
          <a:p>
            <a:r>
              <a:rPr lang="en-US" dirty="0"/>
              <a:t>These estimates assume modest intervention effectiveness — not transformational change.</a:t>
            </a:r>
          </a:p>
          <a:p>
            <a:endParaRPr lang="en-US" dirty="0"/>
          </a:p>
          <a:p>
            <a:r>
              <a:rPr lang="en-US" dirty="0"/>
              <a:t>The opportunity is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FF976-C6BA-4B2B-9D77-FFA9C7F30E3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5970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recommend deploying the Logistic Early Warning Model with a threshold calibrated to operational capacity.</a:t>
            </a:r>
          </a:p>
          <a:p>
            <a:endParaRPr lang="en-US" dirty="0"/>
          </a:p>
          <a:p>
            <a:r>
              <a:rPr lang="en-US" dirty="0"/>
              <a:t>The system should be implemented through a triage workflow and monitored using recall, precision, and severity reduction.</a:t>
            </a:r>
          </a:p>
          <a:p>
            <a:endParaRPr lang="en-US" dirty="0"/>
          </a:p>
          <a:p>
            <a:r>
              <a:rPr lang="en-US" dirty="0"/>
              <a:t>This approach shifts claims handling from reactive to predictive — improving risk visibility, reducing loss </a:t>
            </a:r>
            <a:r>
              <a:rPr lang="en-US" dirty="0" err="1"/>
              <a:t>vol_a_til_ity</a:t>
            </a:r>
            <a:r>
              <a:rPr lang="en-US" dirty="0"/>
              <a:t>, and creating measurable financial impact.</a:t>
            </a:r>
          </a:p>
          <a:p>
            <a:endParaRPr lang="en-US" dirty="0"/>
          </a:p>
          <a:p>
            <a:r>
              <a:rPr lang="en-US" dirty="0"/>
              <a:t>The question is not whether we can predict severe claims —</a:t>
            </a:r>
          </a:p>
          <a:p>
            <a:r>
              <a:rPr lang="en-US" dirty="0"/>
              <a:t>It’s whether we are willing to act on the insight early enough to reduce the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FF976-C6BA-4B2B-9D77-FFA9C7F30E3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1990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FF976-C6BA-4B2B-9D77-FFA9C7F30E3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6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8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7.jpe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4350" y="685800"/>
            <a:ext cx="81153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1977" y="748974"/>
            <a:ext cx="3421026" cy="2346229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rgbClr val="595959"/>
                </a:solidFill>
              </a:rPr>
              <a:t>Claims Early Warning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456" y="3158377"/>
            <a:ext cx="3421026" cy="2319058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rgbClr val="595959"/>
                </a:solidFill>
              </a:rPr>
              <a:t>Predicting High-Severity Property Claims</a:t>
            </a:r>
          </a:p>
          <a:p>
            <a:endParaRPr lang="en-US" sz="1200" dirty="0">
              <a:solidFill>
                <a:srgbClr val="595959"/>
              </a:solidFill>
            </a:endParaRPr>
          </a:p>
          <a:p>
            <a:endParaRPr lang="en-US" sz="1200" dirty="0">
              <a:solidFill>
                <a:srgbClr val="595959"/>
              </a:solidFill>
            </a:endParaRPr>
          </a:p>
          <a:p>
            <a:endParaRPr lang="en-US" sz="1200" dirty="0">
              <a:solidFill>
                <a:srgbClr val="595959"/>
              </a:solidFill>
            </a:endParaRPr>
          </a:p>
          <a:p>
            <a:endParaRPr lang="en-US" sz="1200" dirty="0">
              <a:solidFill>
                <a:srgbClr val="595959"/>
              </a:solidFill>
            </a:endParaRPr>
          </a:p>
          <a:p>
            <a:endParaRPr lang="en-US" sz="1200" dirty="0">
              <a:solidFill>
                <a:srgbClr val="595959"/>
              </a:solidFill>
            </a:endParaRPr>
          </a:p>
          <a:p>
            <a:endParaRPr lang="en-US" sz="1200" dirty="0">
              <a:solidFill>
                <a:srgbClr val="595959"/>
              </a:solidFill>
            </a:endParaRPr>
          </a:p>
          <a:p>
            <a:r>
              <a:rPr lang="en-US" sz="1200" dirty="0"/>
              <a:t>Data Science Capstone</a:t>
            </a:r>
            <a:endParaRPr lang="en-US" sz="1200" dirty="0">
              <a:solidFill>
                <a:srgbClr val="595959"/>
              </a:solidFill>
            </a:endParaRPr>
          </a:p>
        </p:txBody>
      </p:sp>
      <p:pic>
        <p:nvPicPr>
          <p:cNvPr id="7" name="Graphic 6" descr="Warning">
            <a:extLst>
              <a:ext uri="{FF2B5EF4-FFF2-40B4-BE49-F238E27FC236}">
                <a16:creationId xmlns:a16="http://schemas.microsoft.com/office/drawing/2014/main" id="{4A3E3356-7623-70E5-6F7C-0FFAF41A09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08201" y="1922089"/>
            <a:ext cx="3013822" cy="30138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DC1AD4-5AB4-FEE1-EFBC-303115E0E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3938487" cy="180730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Ricky Reyes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C52C8-0401-A0D5-BDDF-A442FDEA5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333297"/>
            <a:ext cx="3464715" cy="3843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BIO:</a:t>
            </a:r>
          </a:p>
          <a:p>
            <a:pPr marL="0" indent="0">
              <a:buNone/>
            </a:pPr>
            <a:endParaRPr lang="en-US" sz="1700" dirty="0"/>
          </a:p>
          <a:p>
            <a:r>
              <a:rPr lang="en-US" sz="1700" dirty="0"/>
              <a:t>Property &amp; Casualty insurance industry for 28 years</a:t>
            </a:r>
          </a:p>
          <a:p>
            <a:pPr marL="0" indent="0">
              <a:buNone/>
            </a:pPr>
            <a:endParaRPr lang="en-US" sz="1700" dirty="0"/>
          </a:p>
          <a:p>
            <a:r>
              <a:rPr lang="en-US" sz="1700" dirty="0"/>
              <a:t>Texas General Lines Property &amp; Casualty License</a:t>
            </a:r>
          </a:p>
          <a:p>
            <a:pPr marL="0" indent="0">
              <a:buNone/>
            </a:pPr>
            <a:endParaRPr lang="en-US" sz="1700" dirty="0"/>
          </a:p>
          <a:p>
            <a:r>
              <a:rPr lang="en-US" sz="1700" dirty="0"/>
              <a:t>Actively pursing my Data Science and AI certification</a:t>
            </a:r>
          </a:p>
        </p:txBody>
      </p:sp>
      <p:pic>
        <p:nvPicPr>
          <p:cNvPr id="5" name="Picture 4" descr="Graphs and plots layered on a blue digital screen">
            <a:extLst>
              <a:ext uri="{FF2B5EF4-FFF2-40B4-BE49-F238E27FC236}">
                <a16:creationId xmlns:a16="http://schemas.microsoft.com/office/drawing/2014/main" id="{0186DCBC-75D4-9495-8225-DB22524072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764" r="27329"/>
          <a:stretch>
            <a:fillRect/>
          </a:stretch>
        </p:blipFill>
        <p:spPr>
          <a:xfrm>
            <a:off x="4671911" y="10"/>
            <a:ext cx="4472089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27175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100024" y="863980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004647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D17B99F7-664D-C64C-EA29-D10A2FE232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386" y="1552610"/>
            <a:ext cx="3583036" cy="3583036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9CEE9-3F54-C4A0-5D9E-91B12BB82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4121" y="3072887"/>
            <a:ext cx="4967622" cy="18196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What if we could identify which property claims are going to become high-severity before costs escalate? </a:t>
            </a:r>
          </a:p>
        </p:txBody>
      </p:sp>
    </p:spTree>
    <p:extLst>
      <p:ext uri="{BB962C8B-B14F-4D97-AF65-F5344CB8AC3E}">
        <p14:creationId xmlns:p14="http://schemas.microsoft.com/office/powerpoint/2010/main" val="348809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7D338-4940-C78D-DFF3-2BB261965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081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chemeClr val="bg1"/>
                </a:solidFill>
              </a:rPr>
              <a:t>Operational Challenge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546946-C979-F15A-86A5-F1C42D17E4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2875286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76552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100024" y="863980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1E5AD4-31C3-B84E-4C77-6FC74B001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386" y="329440"/>
            <a:ext cx="7386528" cy="1325563"/>
          </a:xfrm>
        </p:spPr>
        <p:txBody>
          <a:bodyPr>
            <a:normAutofit/>
          </a:bodyPr>
          <a:lstStyle/>
          <a:p>
            <a:r>
              <a:rPr lang="en-US" dirty="0"/>
              <a:t>The Strategic Opportunity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004647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Check List">
            <a:extLst>
              <a:ext uri="{FF2B5EF4-FFF2-40B4-BE49-F238E27FC236}">
                <a16:creationId xmlns:a16="http://schemas.microsoft.com/office/drawing/2014/main" id="{CDBBB341-7C74-93A5-43C4-0B85536485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386" y="1552610"/>
            <a:ext cx="3583036" cy="3583036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22642-4642-E8D7-57B6-B373F9907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1221" y="1984443"/>
            <a:ext cx="4094129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• Predict high-risk 	claims early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• Prioritize proactive 	intervention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• Reduce loss severity 	before escalation</a:t>
            </a:r>
          </a:p>
        </p:txBody>
      </p:sp>
    </p:spTree>
    <p:extLst>
      <p:ext uri="{BB962C8B-B14F-4D97-AF65-F5344CB8AC3E}">
        <p14:creationId xmlns:p14="http://schemas.microsoft.com/office/powerpoint/2010/main" val="2242991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437ADD62-59FF-A086-B4BD-B24F531146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7" r="24423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7601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Data and Risk Signals</a:t>
            </a:r>
            <a:endParaRPr dirty="0"/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0CC057EE-FF30-BBB9-619B-AB41093EC7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637817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624" y="1153572"/>
            <a:ext cx="270683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Model Evaluation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5"/>
            <a:ext cx="5179868" cy="489505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• Logistic Regression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• Random Forest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• Gradient Boosting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• Evaluated using ROC-AUC,     	Recall, Precision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5775CF-8E63-4758-CAE1-19E90A3E9BD0}"/>
              </a:ext>
            </a:extLst>
          </p:cNvPr>
          <p:cNvSpPr txBox="1"/>
          <p:nvPr/>
        </p:nvSpPr>
        <p:spPr>
          <a:xfrm>
            <a:off x="2500737" y="6152754"/>
            <a:ext cx="601461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ROC-AUC (Receiver Operating Characteristic – Area Under the Curve)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BC31D9-AED0-1C03-095F-1BA8F6BE6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Performance Comparison</a:t>
            </a:r>
          </a:p>
        </p:txBody>
      </p:sp>
      <p:pic>
        <p:nvPicPr>
          <p:cNvPr id="4" name="Content Placeholder 3" descr="roc_comparison.png">
            <a:extLst>
              <a:ext uri="{FF2B5EF4-FFF2-40B4-BE49-F238E27FC236}">
                <a16:creationId xmlns:a16="http://schemas.microsoft.com/office/drawing/2014/main" id="{84C98673-0EF0-E346-5139-997DFDB83F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82987" y="1520764"/>
            <a:ext cx="5085525" cy="38141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4C0AE5-967A-CC59-460C-37F0842FF467}"/>
              </a:ext>
            </a:extLst>
          </p:cNvPr>
          <p:cNvSpPr txBox="1"/>
          <p:nvPr/>
        </p:nvSpPr>
        <p:spPr>
          <a:xfrm>
            <a:off x="2225351" y="6111294"/>
            <a:ext cx="67553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ROC-AUC (Receiver Operating Characteristic – Area Under the Curve)</a:t>
            </a:r>
          </a:p>
        </p:txBody>
      </p:sp>
    </p:spTree>
    <p:extLst>
      <p:ext uri="{BB962C8B-B14F-4D97-AF65-F5344CB8AC3E}">
        <p14:creationId xmlns:p14="http://schemas.microsoft.com/office/powerpoint/2010/main" val="2815002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Threshold Optimization</a:t>
            </a:r>
            <a:endParaRPr lang="en-US" sz="4700" dirty="0">
              <a:solidFill>
                <a:schemeClr val="bg1"/>
              </a:solidFill>
            </a:endParaRPr>
          </a:p>
        </p:txBody>
      </p:sp>
      <p:sp>
        <p:nvSpPr>
          <p:cNvPr id="37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1681544"/>
            <a:ext cx="7269480" cy="18288"/>
          </a:xfrm>
          <a:custGeom>
            <a:avLst/>
            <a:gdLst>
              <a:gd name="csX0" fmla="*/ 0 w 7269480"/>
              <a:gd name="csY0" fmla="*/ 0 h 18288"/>
              <a:gd name="csX1" fmla="*/ 733557 w 7269480"/>
              <a:gd name="csY1" fmla="*/ 0 h 18288"/>
              <a:gd name="csX2" fmla="*/ 1249029 w 7269480"/>
              <a:gd name="csY2" fmla="*/ 0 h 18288"/>
              <a:gd name="csX3" fmla="*/ 1764501 w 7269480"/>
              <a:gd name="csY3" fmla="*/ 0 h 18288"/>
              <a:gd name="csX4" fmla="*/ 2207278 w 7269480"/>
              <a:gd name="csY4" fmla="*/ 0 h 18288"/>
              <a:gd name="csX5" fmla="*/ 3013530 w 7269480"/>
              <a:gd name="csY5" fmla="*/ 0 h 18288"/>
              <a:gd name="csX6" fmla="*/ 3819781 w 7269480"/>
              <a:gd name="csY6" fmla="*/ 0 h 18288"/>
              <a:gd name="csX7" fmla="*/ 4626033 w 7269480"/>
              <a:gd name="csY7" fmla="*/ 0 h 18288"/>
              <a:gd name="csX8" fmla="*/ 5068810 w 7269480"/>
              <a:gd name="csY8" fmla="*/ 0 h 18288"/>
              <a:gd name="csX9" fmla="*/ 5656977 w 7269480"/>
              <a:gd name="csY9" fmla="*/ 0 h 18288"/>
              <a:gd name="csX10" fmla="*/ 6099755 w 7269480"/>
              <a:gd name="csY10" fmla="*/ 0 h 18288"/>
              <a:gd name="csX11" fmla="*/ 7269480 w 7269480"/>
              <a:gd name="csY11" fmla="*/ 0 h 18288"/>
              <a:gd name="csX12" fmla="*/ 7269480 w 7269480"/>
              <a:gd name="csY12" fmla="*/ 18288 h 18288"/>
              <a:gd name="csX13" fmla="*/ 6463229 w 7269480"/>
              <a:gd name="csY13" fmla="*/ 18288 h 18288"/>
              <a:gd name="csX14" fmla="*/ 6020451 w 7269480"/>
              <a:gd name="csY14" fmla="*/ 18288 h 18288"/>
              <a:gd name="csX15" fmla="*/ 5504979 w 7269480"/>
              <a:gd name="csY15" fmla="*/ 18288 h 18288"/>
              <a:gd name="csX16" fmla="*/ 4989507 w 7269480"/>
              <a:gd name="csY16" fmla="*/ 18288 h 18288"/>
              <a:gd name="csX17" fmla="*/ 4474035 w 7269480"/>
              <a:gd name="csY17" fmla="*/ 18288 h 18288"/>
              <a:gd name="csX18" fmla="*/ 3958562 w 7269480"/>
              <a:gd name="csY18" fmla="*/ 18288 h 18288"/>
              <a:gd name="csX19" fmla="*/ 3443090 w 7269480"/>
              <a:gd name="csY19" fmla="*/ 18288 h 18288"/>
              <a:gd name="csX20" fmla="*/ 2709533 w 7269480"/>
              <a:gd name="csY20" fmla="*/ 18288 h 18288"/>
              <a:gd name="csX21" fmla="*/ 2194061 w 7269480"/>
              <a:gd name="csY21" fmla="*/ 18288 h 18288"/>
              <a:gd name="csX22" fmla="*/ 1751284 w 7269480"/>
              <a:gd name="csY22" fmla="*/ 18288 h 18288"/>
              <a:gd name="csX23" fmla="*/ 1163117 w 7269480"/>
              <a:gd name="csY23" fmla="*/ 18288 h 18288"/>
              <a:gd name="csX24" fmla="*/ 0 w 7269480"/>
              <a:gd name="csY24" fmla="*/ 18288 h 18288"/>
              <a:gd name="csX25" fmla="*/ 0 w 7269480"/>
              <a:gd name="csY2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7269480" h="18288" fill="none" extrusionOk="0">
                <a:moveTo>
                  <a:pt x="0" y="0"/>
                </a:moveTo>
                <a:cubicBezTo>
                  <a:pt x="252138" y="-34015"/>
                  <a:pt x="430162" y="27723"/>
                  <a:pt x="733557" y="0"/>
                </a:cubicBezTo>
                <a:cubicBezTo>
                  <a:pt x="1036952" y="-27723"/>
                  <a:pt x="1017222" y="-19248"/>
                  <a:pt x="1249029" y="0"/>
                </a:cubicBezTo>
                <a:cubicBezTo>
                  <a:pt x="1480836" y="19248"/>
                  <a:pt x="1642747" y="25626"/>
                  <a:pt x="1764501" y="0"/>
                </a:cubicBezTo>
                <a:cubicBezTo>
                  <a:pt x="1886255" y="-25626"/>
                  <a:pt x="2079425" y="-7842"/>
                  <a:pt x="2207278" y="0"/>
                </a:cubicBezTo>
                <a:cubicBezTo>
                  <a:pt x="2335131" y="7842"/>
                  <a:pt x="2681832" y="37713"/>
                  <a:pt x="3013530" y="0"/>
                </a:cubicBezTo>
                <a:cubicBezTo>
                  <a:pt x="3345228" y="-37713"/>
                  <a:pt x="3481883" y="38779"/>
                  <a:pt x="3819781" y="0"/>
                </a:cubicBezTo>
                <a:cubicBezTo>
                  <a:pt x="4157679" y="-38779"/>
                  <a:pt x="4319607" y="-32632"/>
                  <a:pt x="4626033" y="0"/>
                </a:cubicBezTo>
                <a:cubicBezTo>
                  <a:pt x="4932459" y="32632"/>
                  <a:pt x="4944182" y="17568"/>
                  <a:pt x="5068810" y="0"/>
                </a:cubicBezTo>
                <a:cubicBezTo>
                  <a:pt x="5193438" y="-17568"/>
                  <a:pt x="5378174" y="-16107"/>
                  <a:pt x="5656977" y="0"/>
                </a:cubicBezTo>
                <a:cubicBezTo>
                  <a:pt x="5935780" y="16107"/>
                  <a:pt x="5910190" y="-15070"/>
                  <a:pt x="6099755" y="0"/>
                </a:cubicBezTo>
                <a:cubicBezTo>
                  <a:pt x="6289320" y="15070"/>
                  <a:pt x="6900837" y="-32203"/>
                  <a:pt x="7269480" y="0"/>
                </a:cubicBezTo>
                <a:cubicBezTo>
                  <a:pt x="7268614" y="7958"/>
                  <a:pt x="7270034" y="12943"/>
                  <a:pt x="7269480" y="18288"/>
                </a:cubicBezTo>
                <a:cubicBezTo>
                  <a:pt x="7078692" y="32307"/>
                  <a:pt x="6750249" y="10617"/>
                  <a:pt x="6463229" y="18288"/>
                </a:cubicBezTo>
                <a:cubicBezTo>
                  <a:pt x="6176209" y="25959"/>
                  <a:pt x="6203666" y="39135"/>
                  <a:pt x="6020451" y="18288"/>
                </a:cubicBezTo>
                <a:cubicBezTo>
                  <a:pt x="5837236" y="-2559"/>
                  <a:pt x="5688034" y="-3388"/>
                  <a:pt x="5504979" y="18288"/>
                </a:cubicBezTo>
                <a:cubicBezTo>
                  <a:pt x="5321924" y="39964"/>
                  <a:pt x="5191313" y="7061"/>
                  <a:pt x="4989507" y="18288"/>
                </a:cubicBezTo>
                <a:cubicBezTo>
                  <a:pt x="4787701" y="29515"/>
                  <a:pt x="4612238" y="34989"/>
                  <a:pt x="4474035" y="18288"/>
                </a:cubicBezTo>
                <a:cubicBezTo>
                  <a:pt x="4335832" y="1587"/>
                  <a:pt x="4094545" y="27267"/>
                  <a:pt x="3958562" y="18288"/>
                </a:cubicBezTo>
                <a:cubicBezTo>
                  <a:pt x="3822579" y="9309"/>
                  <a:pt x="3646287" y="-1530"/>
                  <a:pt x="3443090" y="18288"/>
                </a:cubicBezTo>
                <a:cubicBezTo>
                  <a:pt x="3239893" y="38106"/>
                  <a:pt x="3075699" y="9041"/>
                  <a:pt x="2709533" y="18288"/>
                </a:cubicBezTo>
                <a:cubicBezTo>
                  <a:pt x="2343367" y="27535"/>
                  <a:pt x="2428918" y="31018"/>
                  <a:pt x="2194061" y="18288"/>
                </a:cubicBezTo>
                <a:cubicBezTo>
                  <a:pt x="1959204" y="5558"/>
                  <a:pt x="1872298" y="17875"/>
                  <a:pt x="1751284" y="18288"/>
                </a:cubicBezTo>
                <a:cubicBezTo>
                  <a:pt x="1630270" y="18701"/>
                  <a:pt x="1443391" y="30083"/>
                  <a:pt x="1163117" y="18288"/>
                </a:cubicBezTo>
                <a:cubicBezTo>
                  <a:pt x="882843" y="6493"/>
                  <a:pt x="581151" y="4375"/>
                  <a:pt x="0" y="18288"/>
                </a:cubicBezTo>
                <a:cubicBezTo>
                  <a:pt x="493" y="10773"/>
                  <a:pt x="610" y="7338"/>
                  <a:pt x="0" y="0"/>
                </a:cubicBezTo>
                <a:close/>
              </a:path>
              <a:path w="7269480" h="18288" stroke="0" extrusionOk="0">
                <a:moveTo>
                  <a:pt x="0" y="0"/>
                </a:moveTo>
                <a:cubicBezTo>
                  <a:pt x="108514" y="-13627"/>
                  <a:pt x="358377" y="-21600"/>
                  <a:pt x="515472" y="0"/>
                </a:cubicBezTo>
                <a:cubicBezTo>
                  <a:pt x="672567" y="21600"/>
                  <a:pt x="740741" y="1149"/>
                  <a:pt x="958250" y="0"/>
                </a:cubicBezTo>
                <a:cubicBezTo>
                  <a:pt x="1175759" y="-1149"/>
                  <a:pt x="1323521" y="-14908"/>
                  <a:pt x="1473722" y="0"/>
                </a:cubicBezTo>
                <a:cubicBezTo>
                  <a:pt x="1623923" y="14908"/>
                  <a:pt x="1999682" y="13812"/>
                  <a:pt x="2134584" y="0"/>
                </a:cubicBezTo>
                <a:cubicBezTo>
                  <a:pt x="2269486" y="-13812"/>
                  <a:pt x="2558748" y="7617"/>
                  <a:pt x="2868140" y="0"/>
                </a:cubicBezTo>
                <a:cubicBezTo>
                  <a:pt x="3177532" y="-7617"/>
                  <a:pt x="3467796" y="3656"/>
                  <a:pt x="3674392" y="0"/>
                </a:cubicBezTo>
                <a:cubicBezTo>
                  <a:pt x="3880988" y="-3656"/>
                  <a:pt x="4101054" y="-15702"/>
                  <a:pt x="4480643" y="0"/>
                </a:cubicBezTo>
                <a:cubicBezTo>
                  <a:pt x="4860232" y="15702"/>
                  <a:pt x="4906779" y="-6670"/>
                  <a:pt x="5068810" y="0"/>
                </a:cubicBezTo>
                <a:cubicBezTo>
                  <a:pt x="5230841" y="6670"/>
                  <a:pt x="5495019" y="-21055"/>
                  <a:pt x="5802367" y="0"/>
                </a:cubicBezTo>
                <a:cubicBezTo>
                  <a:pt x="6109715" y="21055"/>
                  <a:pt x="6248383" y="9802"/>
                  <a:pt x="6463229" y="0"/>
                </a:cubicBezTo>
                <a:cubicBezTo>
                  <a:pt x="6678075" y="-9802"/>
                  <a:pt x="7063233" y="9440"/>
                  <a:pt x="7269480" y="0"/>
                </a:cubicBezTo>
                <a:cubicBezTo>
                  <a:pt x="7268794" y="7700"/>
                  <a:pt x="7268830" y="13442"/>
                  <a:pt x="7269480" y="18288"/>
                </a:cubicBezTo>
                <a:cubicBezTo>
                  <a:pt x="6950939" y="47121"/>
                  <a:pt x="6756956" y="13096"/>
                  <a:pt x="6608618" y="18288"/>
                </a:cubicBezTo>
                <a:cubicBezTo>
                  <a:pt x="6460280" y="23480"/>
                  <a:pt x="6230655" y="-1538"/>
                  <a:pt x="6020451" y="18288"/>
                </a:cubicBezTo>
                <a:cubicBezTo>
                  <a:pt x="5810247" y="38114"/>
                  <a:pt x="5619850" y="-10448"/>
                  <a:pt x="5432284" y="18288"/>
                </a:cubicBezTo>
                <a:cubicBezTo>
                  <a:pt x="5244718" y="47024"/>
                  <a:pt x="4984575" y="27926"/>
                  <a:pt x="4626033" y="18288"/>
                </a:cubicBezTo>
                <a:cubicBezTo>
                  <a:pt x="4267491" y="8650"/>
                  <a:pt x="4240108" y="40106"/>
                  <a:pt x="4110561" y="18288"/>
                </a:cubicBezTo>
                <a:cubicBezTo>
                  <a:pt x="3981014" y="-3530"/>
                  <a:pt x="3580293" y="41911"/>
                  <a:pt x="3377004" y="18288"/>
                </a:cubicBezTo>
                <a:cubicBezTo>
                  <a:pt x="3173715" y="-5335"/>
                  <a:pt x="3043404" y="10731"/>
                  <a:pt x="2934226" y="18288"/>
                </a:cubicBezTo>
                <a:cubicBezTo>
                  <a:pt x="2825048" y="25845"/>
                  <a:pt x="2427024" y="14732"/>
                  <a:pt x="2273365" y="18288"/>
                </a:cubicBezTo>
                <a:cubicBezTo>
                  <a:pt x="2119706" y="21844"/>
                  <a:pt x="1948744" y="43432"/>
                  <a:pt x="1757892" y="18288"/>
                </a:cubicBezTo>
                <a:cubicBezTo>
                  <a:pt x="1567040" y="-6856"/>
                  <a:pt x="1185958" y="10333"/>
                  <a:pt x="951641" y="18288"/>
                </a:cubicBezTo>
                <a:cubicBezTo>
                  <a:pt x="717324" y="26243"/>
                  <a:pt x="448990" y="-7235"/>
                  <a:pt x="0" y="18288"/>
                </a:cubicBezTo>
                <a:cubicBezTo>
                  <a:pt x="-4" y="9861"/>
                  <a:pt x="135" y="6082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60276D-2CFB-9ADE-4C0C-615E021D16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8604683"/>
              </p:ext>
            </p:extLst>
          </p:nvPr>
        </p:nvGraphicFramePr>
        <p:xfrm>
          <a:off x="628650" y="2004446"/>
          <a:ext cx="7886700" cy="41768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Optimizing Detection</a:t>
            </a:r>
            <a:endParaRPr lang="en-US" sz="3500" dirty="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06DAC7-29F4-3B53-5E6F-3BA53C37C5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418966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C8371-5B19-7D79-FCF5-0A1386C60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Operational Impact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B6527-4782-A3ED-DBED-B1E41A193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264" y="591344"/>
            <a:ext cx="520061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• Over 643 additional severe 	claims identified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• Controlled precision trade-	off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• Adjustable based on 	handling capacity</a:t>
            </a:r>
          </a:p>
        </p:txBody>
      </p:sp>
    </p:spTree>
    <p:extLst>
      <p:ext uri="{BB962C8B-B14F-4D97-AF65-F5344CB8AC3E}">
        <p14:creationId xmlns:p14="http://schemas.microsoft.com/office/powerpoint/2010/main" val="1053548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412" y="-1"/>
            <a:ext cx="3909949" cy="6883030"/>
            <a:chOff x="-19217" y="-1"/>
            <a:chExt cx="5213267" cy="688303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613" y="739835"/>
            <a:ext cx="2776935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Projected Financial Impact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0A9F4A-C3A0-1AED-11EC-1447B8B9EE31}"/>
              </a:ext>
            </a:extLst>
          </p:cNvPr>
          <p:cNvSpPr txBox="1"/>
          <p:nvPr/>
        </p:nvSpPr>
        <p:spPr>
          <a:xfrm>
            <a:off x="346313" y="2825393"/>
            <a:ext cx="3123644" cy="29574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rgbClr val="FFFFFF"/>
                </a:solidFill>
              </a:rPr>
              <a:t>If intervention reduces severe claims by: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sz="2000" dirty="0">
                <a:solidFill>
                  <a:srgbClr val="FFFFFF"/>
                </a:solidFill>
              </a:rPr>
            </a:br>
            <a:r>
              <a:rPr lang="en-US" sz="2000" dirty="0">
                <a:solidFill>
                  <a:srgbClr val="FFFFFF"/>
                </a:solidFill>
              </a:rPr>
              <a:t>– $1,000 per claim → ~$</a:t>
            </a:r>
            <a:r>
              <a:rPr lang="en-US" sz="2000" dirty="0" err="1">
                <a:solidFill>
                  <a:srgbClr val="FFFFFF"/>
                </a:solidFill>
              </a:rPr>
              <a:t>6.4M</a:t>
            </a:r>
            <a:r>
              <a:rPr lang="en-US" sz="2000" dirty="0">
                <a:solidFill>
                  <a:srgbClr val="FFFFFF"/>
                </a:solidFill>
              </a:rPr>
              <a:t> 	           annual impact (scaled)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sz="2000" dirty="0">
                <a:solidFill>
                  <a:srgbClr val="FFFFFF"/>
                </a:solidFill>
              </a:rPr>
            </a:br>
            <a:r>
              <a:rPr lang="en-US" sz="2000" dirty="0">
                <a:solidFill>
                  <a:srgbClr val="FFFFFF"/>
                </a:solidFill>
              </a:rPr>
              <a:t>– $2,000 per claim → ~$</a:t>
            </a:r>
            <a:r>
              <a:rPr lang="en-US" sz="2000" dirty="0" err="1">
                <a:solidFill>
                  <a:srgbClr val="FFFFFF"/>
                </a:solidFill>
              </a:rPr>
              <a:t>12.8M</a:t>
            </a:r>
            <a:endParaRPr lang="en-US" sz="2000" dirty="0">
              <a:solidFill>
                <a:srgbClr val="FFFFFF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sz="2000" dirty="0">
                <a:solidFill>
                  <a:srgbClr val="FFFFFF"/>
                </a:solidFill>
              </a:rPr>
            </a:br>
            <a:r>
              <a:rPr lang="en-US" sz="2000" dirty="0">
                <a:solidFill>
                  <a:srgbClr val="FFFFFF"/>
                </a:solidFill>
              </a:rPr>
              <a:t>– $5,000 per claim → ~$</a:t>
            </a:r>
            <a:r>
              <a:rPr lang="en-US" sz="2000" dirty="0" err="1">
                <a:solidFill>
                  <a:srgbClr val="FFFFFF"/>
                </a:solidFill>
              </a:rPr>
              <a:t>32M</a:t>
            </a:r>
            <a:endParaRPr lang="en-US" sz="2000" dirty="0">
              <a:solidFill>
                <a:srgbClr val="FFFFFF"/>
              </a:solidFill>
            </a:endParaRPr>
          </a:p>
        </p:txBody>
      </p:sp>
      <p:pic>
        <p:nvPicPr>
          <p:cNvPr id="3" name="Picture 2" descr="financial_i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344" y="1908281"/>
            <a:ext cx="4997056" cy="37477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451C45B-5084-7F10-4BCB-5E28634F0F4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l="10277" r="722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Recommendation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1A8D6C-1438-8559-D865-BE7E7DD607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8268042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7082-327B-5002-07EA-14FC1D797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7987" y="4797495"/>
            <a:ext cx="2526926" cy="826152"/>
          </a:xfrm>
        </p:spPr>
        <p:txBody>
          <a:bodyPr anchor="b">
            <a:normAutofit/>
          </a:bodyPr>
          <a:lstStyle/>
          <a:p>
            <a:r>
              <a:rPr lang="en-US" sz="4000" dirty="0"/>
              <a:t>Thank you</a:t>
            </a:r>
          </a:p>
        </p:txBody>
      </p:sp>
      <p:pic>
        <p:nvPicPr>
          <p:cNvPr id="5" name="Picture 4" descr="Sticky notes with question marks">
            <a:extLst>
              <a:ext uri="{FF2B5EF4-FFF2-40B4-BE49-F238E27FC236}">
                <a16:creationId xmlns:a16="http://schemas.microsoft.com/office/drawing/2014/main" id="{68258545-A40E-9804-B785-79C6B27262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247" r="21804" b="-1"/>
          <a:stretch>
            <a:fillRect/>
          </a:stretch>
        </p:blipFill>
        <p:spPr>
          <a:xfrm>
            <a:off x="20" y="10"/>
            <a:ext cx="5542677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955894" y="3271199"/>
            <a:ext cx="1630908" cy="5542697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2296081" y="2296080"/>
            <a:ext cx="6854280" cy="226211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346242" y="4425055"/>
            <a:ext cx="2196454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AAC49-1E95-3B22-A971-733659E3D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8340" y="318708"/>
            <a:ext cx="3346221" cy="3447832"/>
          </a:xfrm>
        </p:spPr>
        <p:txBody>
          <a:bodyPr anchor="t">
            <a:normAutofit/>
          </a:bodyPr>
          <a:lstStyle/>
          <a:p>
            <a:endParaRPr lang="en-US" sz="1700" dirty="0"/>
          </a:p>
          <a:p>
            <a:endParaRPr lang="en-US" sz="1700" dirty="0"/>
          </a:p>
          <a:p>
            <a:pPr marL="0" indent="0">
              <a:buNone/>
            </a:pPr>
            <a:r>
              <a:rPr lang="en-US" sz="54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706396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1042</Words>
  <Application>Microsoft Office PowerPoint</Application>
  <PresentationFormat>On-screen Show (4:3)</PresentationFormat>
  <Paragraphs>154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Claims Early Warning System</vt:lpstr>
      <vt:lpstr>Ricky Reyes</vt:lpstr>
      <vt:lpstr>PowerPoint Presentation</vt:lpstr>
      <vt:lpstr>Operational Challenge</vt:lpstr>
      <vt:lpstr>The Strategic Opportunity</vt:lpstr>
      <vt:lpstr>Data and Risk Signals</vt:lpstr>
      <vt:lpstr>Model Evaluation</vt:lpstr>
      <vt:lpstr>Model Performance Comparison</vt:lpstr>
      <vt:lpstr>Threshold Optimization</vt:lpstr>
      <vt:lpstr>Optimizing Detection</vt:lpstr>
      <vt:lpstr>Operational Impact</vt:lpstr>
      <vt:lpstr>Projected Financial Impact</vt:lpstr>
      <vt:lpstr>Recommendation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Ricardo Reyes</dc:creator>
  <cp:keywords/>
  <dc:description>generated using python-pptx</dc:description>
  <cp:lastModifiedBy>Ricardo Reyes</cp:lastModifiedBy>
  <cp:revision>2</cp:revision>
  <dcterms:created xsi:type="dcterms:W3CDTF">2013-01-27T09:14:16Z</dcterms:created>
  <dcterms:modified xsi:type="dcterms:W3CDTF">2026-02-21T14:57:49Z</dcterms:modified>
  <cp:category/>
</cp:coreProperties>
</file>